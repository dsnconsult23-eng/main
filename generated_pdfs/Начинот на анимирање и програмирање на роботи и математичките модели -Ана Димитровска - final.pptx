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rial" panose="020B0604020202020204" pitchFamily="3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old" panose="000008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robotics.nasa.gov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ocw.mit.ed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athworks.com/discovery/robot-simulation.html" TargetMode="External"/><Relationship Id="rId5" Type="http://schemas.openxmlformats.org/officeDocument/2006/relationships/hyperlink" Target="https://www.robotics.org" TargetMode="Externa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311199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8910443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10349861"/>
                </a:moveTo>
                <a:lnTo>
                  <a:pt x="11688756" y="10349861"/>
                </a:lnTo>
                <a:lnTo>
                  <a:pt x="11688756" y="0"/>
                </a:lnTo>
                <a:lnTo>
                  <a:pt x="0" y="0"/>
                </a:lnTo>
                <a:lnTo>
                  <a:pt x="0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346953" y="1136408"/>
            <a:ext cx="17590746" cy="5184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295"/>
              </a:lnSpc>
              <a:spcBef>
                <a:spcPct val="0"/>
              </a:spcBef>
            </a:pPr>
            <a:r>
              <a:rPr lang="mk-MK" sz="31639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РОБОТИ</a:t>
            </a:r>
            <a:endParaRPr lang="en-US" sz="31639" b="1" dirty="0">
              <a:solidFill>
                <a:srgbClr val="0194FF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208185" y="5172075"/>
            <a:ext cx="7871630" cy="10913872"/>
          </a:xfrm>
          <a:custGeom>
            <a:avLst/>
            <a:gdLst/>
            <a:ahLst/>
            <a:cxnLst/>
            <a:rect l="l" t="t" r="r" b="b"/>
            <a:pathLst>
              <a:path w="7871630" h="10913872">
                <a:moveTo>
                  <a:pt x="0" y="0"/>
                </a:moveTo>
                <a:lnTo>
                  <a:pt x="7871630" y="0"/>
                </a:lnTo>
                <a:lnTo>
                  <a:pt x="7871630" y="10913872"/>
                </a:lnTo>
                <a:lnTo>
                  <a:pt x="0" y="10913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255014" y="7366375"/>
            <a:ext cx="4004286" cy="1891925"/>
            <a:chOff x="0" y="0"/>
            <a:chExt cx="1054627" cy="4982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353300"/>
            <a:ext cx="4004286" cy="1891925"/>
            <a:chOff x="0" y="0"/>
            <a:chExt cx="1054627" cy="4982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51315" y="7432862"/>
            <a:ext cx="3215031" cy="162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Користеjќи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модели</a:t>
            </a:r>
            <a:endParaRPr lang="en-US" sz="2599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21654" y="7493187"/>
            <a:ext cx="3215031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079"/>
              </a:lnSpc>
              <a:spcBef>
                <a:spcPct val="0"/>
              </a:spcBef>
            </a:pP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Начинот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анимира</a:t>
            </a:r>
            <a:r>
              <a:rPr lang="mk-MK" sz="2800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њ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е и </a:t>
            </a:r>
            <a:r>
              <a:rPr lang="en-US" sz="2399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Arial"/>
                <a:cs typeface="Arial"/>
                <a:sym typeface="Arial"/>
              </a:rPr>
              <a:t>програмирање</a:t>
            </a:r>
            <a:endParaRPr lang="en-US" sz="2399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9169" y="1136408"/>
            <a:ext cx="12226314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ПРОЕКТНА</a:t>
            </a: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 ЗАДАЧА ПО MАТЕМАТИКА</a:t>
            </a:r>
          </a:p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ТЕМА: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37087" y="3628347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6" y="0"/>
                </a:lnTo>
                <a:lnTo>
                  <a:pt x="11688756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45662"/>
            <a:ext cx="8212638" cy="821263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3723" y="1500685"/>
            <a:ext cx="7302593" cy="730259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84048" r="-68187" b="-6836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9852" y="719389"/>
            <a:ext cx="4938410" cy="150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2"/>
              </a:lnSpc>
            </a:pPr>
            <a:r>
              <a:rPr lang="en-US" sz="102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Вовед</a:t>
            </a:r>
            <a:endParaRPr lang="en-US" sz="10299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579852" y="2631905"/>
            <a:ext cx="7229981" cy="5895472"/>
            <a:chOff x="0" y="0"/>
            <a:chExt cx="1904192" cy="15527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4192" cy="1552717"/>
            </a:xfrm>
            <a:custGeom>
              <a:avLst/>
              <a:gdLst/>
              <a:ahLst/>
              <a:cxnLst/>
              <a:rect l="l" t="t" r="r" b="b"/>
              <a:pathLst>
                <a:path w="1904192" h="1552717">
                  <a:moveTo>
                    <a:pt x="0" y="0"/>
                  </a:moveTo>
                  <a:lnTo>
                    <a:pt x="1904192" y="0"/>
                  </a:lnTo>
                  <a:lnTo>
                    <a:pt x="1904192" y="1552717"/>
                  </a:lnTo>
                  <a:lnTo>
                    <a:pt x="0" y="155271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04192" cy="1590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40091" y="2725655"/>
            <a:ext cx="6740962" cy="598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денес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имаат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широка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придонесуваат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ефикасност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подобар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квалитет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живот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Индустрија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автоматизација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прецизни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операции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Образование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учење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Секојдневие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помош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анализира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анимација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Тестирање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без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ризик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Откривање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обезбедува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контрола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сигурност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Управување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податоци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72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1260" y="6741920"/>
            <a:ext cx="9564412" cy="2379526"/>
            <a:chOff x="0" y="0"/>
            <a:chExt cx="2519022" cy="6267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19022" cy="626707"/>
            </a:xfrm>
            <a:custGeom>
              <a:avLst/>
              <a:gdLst/>
              <a:ahLst/>
              <a:cxnLst/>
              <a:rect l="l" t="t" r="r" b="b"/>
              <a:pathLst>
                <a:path w="2519022" h="626707">
                  <a:moveTo>
                    <a:pt x="0" y="0"/>
                  </a:moveTo>
                  <a:lnTo>
                    <a:pt x="2519022" y="0"/>
                  </a:lnTo>
                  <a:lnTo>
                    <a:pt x="2519022" y="626707"/>
                  </a:lnTo>
                  <a:lnTo>
                    <a:pt x="0" y="62670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19022" cy="664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1260" y="4666052"/>
            <a:ext cx="9564412" cy="4455394"/>
            <a:chOff x="0" y="0"/>
            <a:chExt cx="2519022" cy="1173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19022" cy="1173437"/>
            </a:xfrm>
            <a:custGeom>
              <a:avLst/>
              <a:gdLst/>
              <a:ahLst/>
              <a:cxnLst/>
              <a:rect l="l" t="t" r="r" b="b"/>
              <a:pathLst>
                <a:path w="2519022" h="1173437">
                  <a:moveTo>
                    <a:pt x="0" y="0"/>
                  </a:moveTo>
                  <a:lnTo>
                    <a:pt x="2519022" y="0"/>
                  </a:lnTo>
                  <a:lnTo>
                    <a:pt x="2519022" y="1173437"/>
                  </a:lnTo>
                  <a:lnTo>
                    <a:pt x="0" y="117343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19022" cy="1211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122805" y="1735266"/>
            <a:ext cx="13303688" cy="7523034"/>
            <a:chOff x="0" y="0"/>
            <a:chExt cx="634529" cy="3588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529" cy="358817"/>
            </a:xfrm>
            <a:custGeom>
              <a:avLst/>
              <a:gdLst/>
              <a:ahLst/>
              <a:cxnLst/>
              <a:rect l="l" t="t" r="r" b="b"/>
              <a:pathLst>
                <a:path w="634529" h="358817">
                  <a:moveTo>
                    <a:pt x="431329" y="0"/>
                  </a:moveTo>
                  <a:lnTo>
                    <a:pt x="0" y="0"/>
                  </a:lnTo>
                  <a:lnTo>
                    <a:pt x="203200" y="358817"/>
                  </a:lnTo>
                  <a:lnTo>
                    <a:pt x="634529" y="358817"/>
                  </a:lnTo>
                  <a:lnTo>
                    <a:pt x="431329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31329" cy="396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8260677"/>
            <a:ext cx="8115300" cy="238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Роботи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08928" y="2060056"/>
            <a:ext cx="7745782" cy="6777560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4"/>
              <a:stretch>
                <a:fillRect l="-5048" r="-6995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986641" y="2060056"/>
            <a:ext cx="7745782" cy="6777560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60329" r="-1467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641260" y="2050531"/>
            <a:ext cx="5067667" cy="231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07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Анимациjа</a:t>
            </a:r>
            <a:r>
              <a:rPr lang="en-US" sz="507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507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симулациjа</a:t>
            </a:r>
            <a:r>
              <a:rPr lang="en-US" sz="507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507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074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14836" y="4869994"/>
            <a:ext cx="6213690" cy="398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Анимацијата овозможува визуелно прикажување надвижењето на роботот</a:t>
            </a: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додека симулацијата претставува подетално моделирање нанеговото однесување во виртуелна средина. Со нивна помош може да се прикаже како роботот се движи, како реагира на надворешни услови и како ги извршува зададените задачи, без потреба од реален робот.</a:t>
            </a:r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Симулацијата овозможува тестирање на роботските алгоритми пред нивна практична примена. Во виртуелна средина можеда се анализираат брзината на движење, стабилноста, насоката и можните судирисо пречки. На овој начин се откриваат програмски и логички грешки кои, доколкуне се забележат навреме, би можеле да предизвикаат оштетување на роботот илинебезбедно однесување во реална средина.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 dirty="0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6507" y="0"/>
            <a:ext cx="9946915" cy="9258300"/>
            <a:chOff x="0" y="0"/>
            <a:chExt cx="65494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941" cy="609600"/>
            </a:xfrm>
            <a:custGeom>
              <a:avLst/>
              <a:gdLst/>
              <a:ahLst/>
              <a:cxnLst/>
              <a:rect l="l" t="t" r="r" b="b"/>
              <a:pathLst>
                <a:path w="654941" h="609600">
                  <a:moveTo>
                    <a:pt x="45174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4941" y="609600"/>
                  </a:lnTo>
                  <a:lnTo>
                    <a:pt x="45174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5174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842" y="0"/>
            <a:ext cx="8848246" cy="8911112"/>
            <a:chOff x="0" y="0"/>
            <a:chExt cx="605299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4"/>
              <a:stretch>
                <a:fillRect l="-42037" r="-88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57736" y="5971342"/>
            <a:ext cx="7601564" cy="3286958"/>
            <a:chOff x="0" y="0"/>
            <a:chExt cx="1409788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9788" cy="609600"/>
            </a:xfrm>
            <a:custGeom>
              <a:avLst/>
              <a:gdLst/>
              <a:ahLst/>
              <a:cxnLst/>
              <a:rect l="l" t="t" r="r" b="b"/>
              <a:pathLst>
                <a:path w="1409788" h="609600">
                  <a:moveTo>
                    <a:pt x="120658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09788" y="609600"/>
                  </a:lnTo>
                  <a:lnTo>
                    <a:pt x="1206588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20658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64974" y="6337252"/>
            <a:ext cx="6387087" cy="2555138"/>
            <a:chOff x="0" y="0"/>
            <a:chExt cx="152381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3819" cy="609600"/>
            </a:xfrm>
            <a:custGeom>
              <a:avLst/>
              <a:gdLst/>
              <a:ahLst/>
              <a:cxnLst/>
              <a:rect l="l" t="t" r="r" b="b"/>
              <a:pathLst>
                <a:path w="1523819" h="609600">
                  <a:moveTo>
                    <a:pt x="132061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523819" y="609600"/>
                  </a:lnTo>
                  <a:lnTo>
                    <a:pt x="1320619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50729" b="-1612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1343492" y="5535493"/>
            <a:ext cx="7639451" cy="2650959"/>
            <a:chOff x="0" y="0"/>
            <a:chExt cx="175672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6726" cy="609600"/>
            </a:xfrm>
            <a:custGeom>
              <a:avLst/>
              <a:gdLst/>
              <a:ahLst/>
              <a:cxnLst/>
              <a:rect l="l" t="t" r="r" b="b"/>
              <a:pathLst>
                <a:path w="1756726" h="609600">
                  <a:moveTo>
                    <a:pt x="155352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756726" y="609600"/>
                  </a:lnTo>
                  <a:lnTo>
                    <a:pt x="1553526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553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76507" y="6193731"/>
            <a:ext cx="5335236" cy="152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r>
              <a:rPr lang="mk-MK" sz="498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Програмира</a:t>
            </a:r>
            <a:r>
              <a:rPr lang="mk-MK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њ</a:t>
            </a:r>
            <a:r>
              <a:rPr lang="mk-MK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е</a:t>
            </a:r>
            <a:r>
              <a:rPr lang="mk-MK" sz="498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на роботи</a:t>
            </a:r>
            <a:endParaRPr lang="en-US" sz="4984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77267" y="360845"/>
            <a:ext cx="8451286" cy="597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различни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јазици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визуелни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текстуални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Python и C++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посложени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системи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управува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моторите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податоците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сензорите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носи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одлуки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Улога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програмирањето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движење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сензорски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податоци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Донесување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одлуки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Програмирањето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поврзано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бидејќи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пресметуваат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позиција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агол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Автономија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Условни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наредби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(if)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Повторувања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(loops)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Реакција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околината</a:t>
            </a:r>
            <a:endParaRPr lang="en-US" sz="1556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Заклучок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само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механичка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конструкција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016241" y="6330331"/>
            <a:ext cx="5817480" cy="3571164"/>
            <a:chOff x="0" y="0"/>
            <a:chExt cx="662032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2144" y="6577246"/>
            <a:ext cx="4723305" cy="3077333"/>
            <a:chOff x="0" y="0"/>
            <a:chExt cx="623771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45838" t="-62469" r="-129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235260" y="6330331"/>
            <a:ext cx="5817480" cy="3571164"/>
            <a:chOff x="0" y="0"/>
            <a:chExt cx="662032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21164" y="6577246"/>
            <a:ext cx="4723305" cy="3077333"/>
            <a:chOff x="0" y="0"/>
            <a:chExt cx="623771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15" b="-6511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454280" y="6330331"/>
            <a:ext cx="5817480" cy="3571164"/>
            <a:chOff x="0" y="0"/>
            <a:chExt cx="662032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40183" y="6577246"/>
            <a:ext cx="4723305" cy="3077333"/>
            <a:chOff x="0" y="0"/>
            <a:chExt cx="623771" cy="406400"/>
          </a:xfrm>
        </p:grpSpPr>
        <p:sp>
          <p:nvSpPr>
            <p:cNvPr id="19" name="Freeform 19"/>
            <p:cNvSpPr/>
            <p:nvPr/>
          </p:nvSpPr>
          <p:spPr>
            <a:xfrm flipH="1"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62377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23771" y="406400"/>
                  </a:lnTo>
                  <a:lnTo>
                    <a:pt x="420571" y="203200"/>
                  </a:lnTo>
                  <a:lnTo>
                    <a:pt x="623771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85983" b="-4424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57670" y="2420467"/>
            <a:ext cx="5532848" cy="240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Вероjатност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статистика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роботиката</a:t>
            </a:r>
            <a:r>
              <a:rPr lang="en-US" sz="38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71518" y="914174"/>
            <a:ext cx="10502959" cy="5227999"/>
            <a:chOff x="0" y="0"/>
            <a:chExt cx="2093496" cy="10224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3496" cy="1022475"/>
            </a:xfrm>
            <a:custGeom>
              <a:avLst/>
              <a:gdLst/>
              <a:ahLst/>
              <a:cxnLst/>
              <a:rect l="l" t="t" r="r" b="b"/>
              <a:pathLst>
                <a:path w="2093496" h="1022475">
                  <a:moveTo>
                    <a:pt x="0" y="0"/>
                  </a:moveTo>
                  <a:lnTo>
                    <a:pt x="2093496" y="0"/>
                  </a:lnTo>
                  <a:lnTo>
                    <a:pt x="2093496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93496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120307" y="1093347"/>
            <a:ext cx="4932433" cy="536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306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присуство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наместо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Детекција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endParaRPr lang="en-US" sz="140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подобрување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точноста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Намалување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Сензор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Постојат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шум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прават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endParaRPr dirty="0"/>
          </a:p>
        </p:txBody>
      </p:sp>
      <p:grpSp>
        <p:nvGrpSpPr>
          <p:cNvPr id="25" name="Group 25"/>
          <p:cNvGrpSpPr/>
          <p:nvPr/>
        </p:nvGrpSpPr>
        <p:grpSpPr>
          <a:xfrm>
            <a:off x="12222998" y="887786"/>
            <a:ext cx="5251480" cy="5227999"/>
            <a:chOff x="0" y="0"/>
            <a:chExt cx="1046748" cy="1022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46748" cy="1022475"/>
            </a:xfrm>
            <a:custGeom>
              <a:avLst/>
              <a:gdLst/>
              <a:ahLst/>
              <a:cxnLst/>
              <a:rect l="l" t="t" r="r" b="b"/>
              <a:pathLst>
                <a:path w="1046748" h="1022475">
                  <a:moveTo>
                    <a:pt x="0" y="0"/>
                  </a:moveTo>
                  <a:lnTo>
                    <a:pt x="1046748" y="0"/>
                  </a:lnTo>
                  <a:lnTo>
                    <a:pt x="1046748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46748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249626" y="830636"/>
            <a:ext cx="5198223" cy="5532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направи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просечната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формулата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каде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Оваа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ја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најдобра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реалното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расфрлани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σ –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несигурност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помало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посигурни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A(2,3) , а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B(7,8),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7.07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метри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0" y="1181100"/>
            <a:ext cx="3192860" cy="112730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63600" y="2933700"/>
            <a:ext cx="2788748" cy="1110335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8400" y="5219700"/>
            <a:ext cx="2648722" cy="813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275314" y="1512949"/>
            <a:ext cx="7620583" cy="3723546"/>
            <a:chOff x="0" y="0"/>
            <a:chExt cx="1247603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97346" y="1842104"/>
            <a:ext cx="6576518" cy="3065237"/>
            <a:chOff x="0" y="0"/>
            <a:chExt cx="1307907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9377" b="-515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829232" y="5534754"/>
            <a:ext cx="8685185" cy="4243728"/>
            <a:chOff x="0" y="0"/>
            <a:chExt cx="1247603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51265" y="5863909"/>
            <a:ext cx="7110221" cy="3313990"/>
            <a:chOff x="0" y="0"/>
            <a:chExt cx="1307907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t="-6677" b="-667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3676" y="1397578"/>
            <a:ext cx="8697457" cy="267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Линеарна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алгебра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основа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опис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движе</a:t>
            </a:r>
            <a:r>
              <a:rPr lang="mk-MK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њ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ето</a:t>
            </a:r>
            <a:endParaRPr lang="en-US" sz="5754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02538" y="4583265"/>
            <a:ext cx="6144603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помош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вектори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матрици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опишуваат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положбата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ориентацијата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просторот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Иако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често</a:t>
            </a:r>
            <a:r>
              <a:rPr lang="en-US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нелинеарно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многу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можат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моделираат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или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приближат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линеарни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методи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матричен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модел</a:t>
            </a:r>
            <a:endParaRPr lang="en-US" sz="1200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Кога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врти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околу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својата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оска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неговата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менува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Оваапромена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опише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ротациска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матрица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θ е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аголот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</a:t>
            </a:r>
            <a:endParaRPr lang="en-US" sz="1200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множење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оваа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матрица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векторот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положба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пресмета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новата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ориентација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Комбинација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поместување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практиката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истовремено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поместуваат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ротираат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таа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секористи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хомогена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трансформациска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матрица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која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комбинира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двете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движења</a:t>
            </a:r>
            <a:r>
              <a:rPr lang="en-US" sz="120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 dirty="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7399" y="6122950"/>
            <a:ext cx="4384428" cy="151367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390" y="8473082"/>
            <a:ext cx="4228897" cy="1813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33974" y="3603577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792957" y="-3621685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2"/>
                </a:moveTo>
                <a:lnTo>
                  <a:pt x="0" y="10349862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2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01719" y="3610977"/>
            <a:ext cx="7045365" cy="4589504"/>
            <a:chOff x="0" y="0"/>
            <a:chExt cx="1855570" cy="1208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5569" cy="1208758"/>
            </a:xfrm>
            <a:custGeom>
              <a:avLst/>
              <a:gdLst/>
              <a:ahLst/>
              <a:cxnLst/>
              <a:rect l="l" t="t" r="r" b="b"/>
              <a:pathLst>
                <a:path w="1855569" h="1208758">
                  <a:moveTo>
                    <a:pt x="0" y="0"/>
                  </a:moveTo>
                  <a:lnTo>
                    <a:pt x="1855569" y="0"/>
                  </a:lnTo>
                  <a:lnTo>
                    <a:pt x="1855569" y="1208758"/>
                  </a:lnTo>
                  <a:lnTo>
                    <a:pt x="0" y="1208758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5570" cy="1246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4855" y="5771028"/>
            <a:ext cx="6999088" cy="2405438"/>
            <a:chOff x="0" y="0"/>
            <a:chExt cx="1494214" cy="5831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214" cy="583143"/>
            </a:xfrm>
            <a:custGeom>
              <a:avLst/>
              <a:gdLst/>
              <a:ahLst/>
              <a:cxnLst/>
              <a:rect l="l" t="t" r="r" b="b"/>
              <a:pathLst>
                <a:path w="1494214" h="583143">
                  <a:moveTo>
                    <a:pt x="0" y="0"/>
                  </a:moveTo>
                  <a:lnTo>
                    <a:pt x="1494214" y="0"/>
                  </a:lnTo>
                  <a:lnTo>
                    <a:pt x="1494214" y="583143"/>
                  </a:lnTo>
                  <a:lnTo>
                    <a:pt x="0" y="583143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4214" cy="621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25096" y="3744453"/>
            <a:ext cx="6798612" cy="486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основа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стои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мери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квалитетот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одредено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Таа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претставува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или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енергија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Пример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е:                   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каде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2583"/>
              </a:lnSpc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J–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endParaRPr lang="en-US" sz="151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d–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треба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помине</a:t>
            </a:r>
            <a:endParaRPr lang="en-US" sz="1519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минимизира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односно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најкраткиот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математички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изразува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значи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најмала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вредност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овој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начин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наместо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подолга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понеефикасна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 dirty="0"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58295"/>
            <a:ext cx="1084657" cy="47453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776" y="6265631"/>
            <a:ext cx="3045806" cy="93717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25096" y="1429804"/>
            <a:ext cx="5520966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Оптимизациj</a:t>
            </a:r>
            <a:r>
              <a:rPr lang="mk-MK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ефикасно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</a:t>
            </a:r>
            <a:r>
              <a:rPr lang="mk-MK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ж</a:t>
            </a:r>
            <a:r>
              <a:rPr lang="en-US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</a:t>
            </a:r>
            <a:r>
              <a:rPr lang="mk-MK" sz="3558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ње</a:t>
            </a:r>
            <a:endParaRPr lang="en-US" sz="3558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497004" y="1703895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90" r="-639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674042" y="1365153"/>
            <a:ext cx="7729147" cy="5926643"/>
            <a:chOff x="0" y="0"/>
            <a:chExt cx="79500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5001" cy="609600"/>
            </a:xfrm>
            <a:custGeom>
              <a:avLst/>
              <a:gdLst/>
              <a:ahLst/>
              <a:cxnLst/>
              <a:rect l="l" t="t" r="r" b="b"/>
              <a:pathLst>
                <a:path w="795001" h="609600">
                  <a:moveTo>
                    <a:pt x="59180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95001" y="609600"/>
                  </a:lnTo>
                  <a:lnTo>
                    <a:pt x="59180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59180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29257" y="1710423"/>
            <a:ext cx="5942440" cy="5157457"/>
            <a:chOff x="0" y="0"/>
            <a:chExt cx="691833" cy="6004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1833" cy="600444"/>
            </a:xfrm>
            <a:custGeom>
              <a:avLst/>
              <a:gdLst/>
              <a:ahLst/>
              <a:cxnLst/>
              <a:rect l="l" t="t" r="r" b="b"/>
              <a:pathLst>
                <a:path w="691833" h="600444">
                  <a:moveTo>
                    <a:pt x="488633" y="0"/>
                  </a:moveTo>
                  <a:lnTo>
                    <a:pt x="0" y="0"/>
                  </a:lnTo>
                  <a:lnTo>
                    <a:pt x="203200" y="600444"/>
                  </a:lnTo>
                  <a:lnTo>
                    <a:pt x="691833" y="600444"/>
                  </a:lnTo>
                  <a:lnTo>
                    <a:pt x="488633" y="0"/>
                  </a:lnTo>
                  <a:close/>
                </a:path>
              </a:pathLst>
            </a:custGeom>
            <a:blipFill>
              <a:blip r:embed="rId4"/>
              <a:stretch>
                <a:fillRect t="-32300" b="-3230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852544" y="2847407"/>
            <a:ext cx="6398943" cy="5926643"/>
            <a:chOff x="0" y="0"/>
            <a:chExt cx="65818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180" cy="609600"/>
            </a:xfrm>
            <a:custGeom>
              <a:avLst/>
              <a:gdLst/>
              <a:ahLst/>
              <a:cxnLst/>
              <a:rect l="l" t="t" r="r" b="b"/>
              <a:pathLst>
                <a:path w="658180" h="609600">
                  <a:moveTo>
                    <a:pt x="45498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8180" y="609600"/>
                  </a:lnTo>
                  <a:lnTo>
                    <a:pt x="45498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549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50856" y="3192677"/>
            <a:ext cx="5199164" cy="5236105"/>
            <a:chOff x="0" y="0"/>
            <a:chExt cx="60529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5"/>
              <a:stretch>
                <a:fillRect t="-13867" b="-1386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183651" y="979091"/>
            <a:ext cx="7711016" cy="14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49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Геометриски</a:t>
            </a:r>
            <a:r>
              <a:rPr lang="en-US" sz="4999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модели</a:t>
            </a:r>
            <a:r>
              <a:rPr lang="en-US" sz="4999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4999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меки</a:t>
            </a:r>
            <a:r>
              <a:rPr lang="en-US" sz="4999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(soft) </a:t>
            </a:r>
            <a:r>
              <a:rPr lang="en-US" sz="4999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</a:t>
            </a:r>
            <a:endParaRPr lang="en-US" sz="4999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183651" y="3437442"/>
            <a:ext cx="7506986" cy="550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меки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флексибилни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роботи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деформираат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сложени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средини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Карактеристики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Флексибилност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Прилагодување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Безбедност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Поради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нивната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напредни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опишување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Моделирање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Геометриски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ристапи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Cosserat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стапки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lnSpc>
                <a:spcPts val="2716"/>
              </a:lnSpc>
              <a:spcBef>
                <a:spcPct val="0"/>
              </a:spcBef>
            </a:pP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Поделба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сегменти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Поголема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прецизност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716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D74463-C4CF-405B-81F5-F586E33D652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F57418-2BF3-4869-8F00-67907EF8662E}"/>
              </a:ext>
            </a:extLst>
          </p:cNvPr>
          <p:cNvSpPr/>
          <p:nvPr/>
        </p:nvSpPr>
        <p:spPr>
          <a:xfrm>
            <a:off x="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4AC645-186C-42DA-90E6-ABCC961D5DC1}"/>
              </a:ext>
            </a:extLst>
          </p:cNvPr>
          <p:cNvSpPr/>
          <p:nvPr/>
        </p:nvSpPr>
        <p:spPr>
          <a:xfrm>
            <a:off x="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6EAF6A-E1F8-4B92-A3B1-105F7A73100A}"/>
              </a:ext>
            </a:extLst>
          </p:cNvPr>
          <p:cNvSpPr/>
          <p:nvPr/>
        </p:nvSpPr>
        <p:spPr>
          <a:xfrm>
            <a:off x="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4E8793-38CB-4150-B75B-97B142FE9A10}"/>
              </a:ext>
            </a:extLst>
          </p:cNvPr>
          <p:cNvSpPr/>
          <p:nvPr/>
        </p:nvSpPr>
        <p:spPr>
          <a:xfrm>
            <a:off x="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C4963-9AD0-4638-B19F-9F287D182418}"/>
              </a:ext>
            </a:extLst>
          </p:cNvPr>
          <p:cNvSpPr/>
          <p:nvPr/>
        </p:nvSpPr>
        <p:spPr>
          <a:xfrm>
            <a:off x="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22DBDF-B02E-46B7-B39B-F0BB19607CDA}"/>
              </a:ext>
            </a:extLst>
          </p:cNvPr>
          <p:cNvSpPr/>
          <p:nvPr/>
        </p:nvSpPr>
        <p:spPr>
          <a:xfrm>
            <a:off x="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D07124-AA9F-46D1-B5FA-8134284F3C9C}"/>
              </a:ext>
            </a:extLst>
          </p:cNvPr>
          <p:cNvSpPr/>
          <p:nvPr/>
        </p:nvSpPr>
        <p:spPr>
          <a:xfrm>
            <a:off x="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866A68-0CEE-4A54-B105-56FF024A1C1F}"/>
              </a:ext>
            </a:extLst>
          </p:cNvPr>
          <p:cNvSpPr/>
          <p:nvPr/>
        </p:nvSpPr>
        <p:spPr>
          <a:xfrm>
            <a:off x="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59090A-BA75-4665-B416-EC77F4FB583B}"/>
              </a:ext>
            </a:extLst>
          </p:cNvPr>
          <p:cNvSpPr/>
          <p:nvPr/>
        </p:nvSpPr>
        <p:spPr>
          <a:xfrm>
            <a:off x="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5B8C4A-2CB2-4930-B88F-75A3DD2B4F63}"/>
              </a:ext>
            </a:extLst>
          </p:cNvPr>
          <p:cNvSpPr/>
          <p:nvPr/>
        </p:nvSpPr>
        <p:spPr>
          <a:xfrm>
            <a:off x="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0F5A71-CC44-4950-B04F-EA94A4FFA01D}"/>
              </a:ext>
            </a:extLst>
          </p:cNvPr>
          <p:cNvSpPr/>
          <p:nvPr/>
        </p:nvSpPr>
        <p:spPr>
          <a:xfrm>
            <a:off x="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F30BBA-83A7-4A3C-B119-1D21369B2535}"/>
              </a:ext>
            </a:extLst>
          </p:cNvPr>
          <p:cNvSpPr/>
          <p:nvPr/>
        </p:nvSpPr>
        <p:spPr>
          <a:xfrm>
            <a:off x="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8EAEC0-60B5-4732-8604-FFDF3F00BA1A}"/>
              </a:ext>
            </a:extLst>
          </p:cNvPr>
          <p:cNvSpPr/>
          <p:nvPr/>
        </p:nvSpPr>
        <p:spPr>
          <a:xfrm>
            <a:off x="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190974-C587-4566-8586-30C23E388BF5}"/>
              </a:ext>
            </a:extLst>
          </p:cNvPr>
          <p:cNvSpPr/>
          <p:nvPr/>
        </p:nvSpPr>
        <p:spPr>
          <a:xfrm>
            <a:off x="228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FCB944D-4CB0-4DC7-824D-3C51D797A070}"/>
              </a:ext>
            </a:extLst>
          </p:cNvPr>
          <p:cNvSpPr/>
          <p:nvPr/>
        </p:nvSpPr>
        <p:spPr>
          <a:xfrm>
            <a:off x="228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FAEF8C-C2D3-43C8-A9A2-CBD5F8C03391}"/>
              </a:ext>
            </a:extLst>
          </p:cNvPr>
          <p:cNvSpPr/>
          <p:nvPr/>
        </p:nvSpPr>
        <p:spPr>
          <a:xfrm>
            <a:off x="228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579D62F-F5C5-445D-A0EF-E9FAB888E747}"/>
              </a:ext>
            </a:extLst>
          </p:cNvPr>
          <p:cNvSpPr/>
          <p:nvPr/>
        </p:nvSpPr>
        <p:spPr>
          <a:xfrm>
            <a:off x="228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8E569B-8234-4552-A33F-8D471CA5C2C6}"/>
              </a:ext>
            </a:extLst>
          </p:cNvPr>
          <p:cNvSpPr/>
          <p:nvPr/>
        </p:nvSpPr>
        <p:spPr>
          <a:xfrm>
            <a:off x="228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E5C2FC-52E7-4937-8509-A878894BD4A1}"/>
              </a:ext>
            </a:extLst>
          </p:cNvPr>
          <p:cNvSpPr/>
          <p:nvPr/>
        </p:nvSpPr>
        <p:spPr>
          <a:xfrm>
            <a:off x="228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D550EB-C0D4-4952-A391-95B0791B5449}"/>
              </a:ext>
            </a:extLst>
          </p:cNvPr>
          <p:cNvSpPr/>
          <p:nvPr/>
        </p:nvSpPr>
        <p:spPr>
          <a:xfrm>
            <a:off x="228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E89438-A0D6-4BA3-9576-85A03FD721E2}"/>
              </a:ext>
            </a:extLst>
          </p:cNvPr>
          <p:cNvSpPr/>
          <p:nvPr/>
        </p:nvSpPr>
        <p:spPr>
          <a:xfrm>
            <a:off x="228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7C44288-245D-4416-BDF2-7EC86A8A5609}"/>
              </a:ext>
            </a:extLst>
          </p:cNvPr>
          <p:cNvSpPr/>
          <p:nvPr/>
        </p:nvSpPr>
        <p:spPr>
          <a:xfrm>
            <a:off x="228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6F71CB-7668-4198-8ED5-148E88C6F51C}"/>
              </a:ext>
            </a:extLst>
          </p:cNvPr>
          <p:cNvSpPr/>
          <p:nvPr/>
        </p:nvSpPr>
        <p:spPr>
          <a:xfrm>
            <a:off x="228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1BCC0B-9930-4923-81EA-EB9DE0F06E7B}"/>
              </a:ext>
            </a:extLst>
          </p:cNvPr>
          <p:cNvSpPr/>
          <p:nvPr/>
        </p:nvSpPr>
        <p:spPr>
          <a:xfrm>
            <a:off x="228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A5C840-CD01-4848-BF73-E26D40CEDE1A}"/>
              </a:ext>
            </a:extLst>
          </p:cNvPr>
          <p:cNvSpPr/>
          <p:nvPr/>
        </p:nvSpPr>
        <p:spPr>
          <a:xfrm>
            <a:off x="228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8171D31-26CE-4439-A3F1-5D3EBD0F93A2}"/>
              </a:ext>
            </a:extLst>
          </p:cNvPr>
          <p:cNvSpPr/>
          <p:nvPr/>
        </p:nvSpPr>
        <p:spPr>
          <a:xfrm>
            <a:off x="228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A2EDBB-F79B-45C9-96D6-9A1B638674BF}"/>
              </a:ext>
            </a:extLst>
          </p:cNvPr>
          <p:cNvSpPr/>
          <p:nvPr/>
        </p:nvSpPr>
        <p:spPr>
          <a:xfrm>
            <a:off x="457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FFAB55F-2ED2-433F-85B5-33696572CD12}"/>
              </a:ext>
            </a:extLst>
          </p:cNvPr>
          <p:cNvSpPr/>
          <p:nvPr/>
        </p:nvSpPr>
        <p:spPr>
          <a:xfrm>
            <a:off x="457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8B6D242-D105-45A7-982B-1829C92D7A14}"/>
              </a:ext>
            </a:extLst>
          </p:cNvPr>
          <p:cNvSpPr/>
          <p:nvPr/>
        </p:nvSpPr>
        <p:spPr>
          <a:xfrm>
            <a:off x="457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96015A6-FAD8-42E8-A359-4F0DFBF58572}"/>
              </a:ext>
            </a:extLst>
          </p:cNvPr>
          <p:cNvSpPr/>
          <p:nvPr/>
        </p:nvSpPr>
        <p:spPr>
          <a:xfrm>
            <a:off x="457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7A246A-AA5B-4A8A-9D60-786785C583CE}"/>
              </a:ext>
            </a:extLst>
          </p:cNvPr>
          <p:cNvSpPr/>
          <p:nvPr/>
        </p:nvSpPr>
        <p:spPr>
          <a:xfrm>
            <a:off x="457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156706-17A2-4D74-B43E-86A97CFC5CF7}"/>
              </a:ext>
            </a:extLst>
          </p:cNvPr>
          <p:cNvSpPr/>
          <p:nvPr/>
        </p:nvSpPr>
        <p:spPr>
          <a:xfrm>
            <a:off x="457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1917F4-02A1-4CB2-AA22-62698506D755}"/>
              </a:ext>
            </a:extLst>
          </p:cNvPr>
          <p:cNvSpPr/>
          <p:nvPr/>
        </p:nvSpPr>
        <p:spPr>
          <a:xfrm>
            <a:off x="457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3231A80-A2B8-488B-B162-D7CB8E20EF0E}"/>
              </a:ext>
            </a:extLst>
          </p:cNvPr>
          <p:cNvSpPr/>
          <p:nvPr/>
        </p:nvSpPr>
        <p:spPr>
          <a:xfrm>
            <a:off x="457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33A53C-13B5-4C4E-AE91-1D50C381AD26}"/>
              </a:ext>
            </a:extLst>
          </p:cNvPr>
          <p:cNvSpPr/>
          <p:nvPr/>
        </p:nvSpPr>
        <p:spPr>
          <a:xfrm>
            <a:off x="457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57CD5C-76D3-41FE-88C5-ADEB063B28E1}"/>
              </a:ext>
            </a:extLst>
          </p:cNvPr>
          <p:cNvSpPr/>
          <p:nvPr/>
        </p:nvSpPr>
        <p:spPr>
          <a:xfrm>
            <a:off x="457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33DECA-A396-4F96-8081-9A469E44FED6}"/>
              </a:ext>
            </a:extLst>
          </p:cNvPr>
          <p:cNvSpPr/>
          <p:nvPr/>
        </p:nvSpPr>
        <p:spPr>
          <a:xfrm>
            <a:off x="457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531B33-D41B-44E9-BB03-6B6F145BE821}"/>
              </a:ext>
            </a:extLst>
          </p:cNvPr>
          <p:cNvSpPr/>
          <p:nvPr/>
        </p:nvSpPr>
        <p:spPr>
          <a:xfrm>
            <a:off x="457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04F9981-B11A-4D15-80F2-5658A09AF3B0}"/>
              </a:ext>
            </a:extLst>
          </p:cNvPr>
          <p:cNvSpPr/>
          <p:nvPr/>
        </p:nvSpPr>
        <p:spPr>
          <a:xfrm>
            <a:off x="457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9E97BF-B3B3-4988-B4C6-F579DD623785}"/>
              </a:ext>
            </a:extLst>
          </p:cNvPr>
          <p:cNvSpPr/>
          <p:nvPr/>
        </p:nvSpPr>
        <p:spPr>
          <a:xfrm>
            <a:off x="685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140BFE1-CFDF-4980-9A50-FBEB6A8E0D71}"/>
              </a:ext>
            </a:extLst>
          </p:cNvPr>
          <p:cNvSpPr/>
          <p:nvPr/>
        </p:nvSpPr>
        <p:spPr>
          <a:xfrm>
            <a:off x="685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7BDDCBF-D6AB-4AAA-9E37-4E7F824BBBFF}"/>
              </a:ext>
            </a:extLst>
          </p:cNvPr>
          <p:cNvSpPr/>
          <p:nvPr/>
        </p:nvSpPr>
        <p:spPr>
          <a:xfrm>
            <a:off x="685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7141757-BAF3-4F3C-B1F5-CDFCD0009F75}"/>
              </a:ext>
            </a:extLst>
          </p:cNvPr>
          <p:cNvSpPr/>
          <p:nvPr/>
        </p:nvSpPr>
        <p:spPr>
          <a:xfrm>
            <a:off x="685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BC9673C-7BF6-4F02-97AE-AA380D6D934B}"/>
              </a:ext>
            </a:extLst>
          </p:cNvPr>
          <p:cNvSpPr/>
          <p:nvPr/>
        </p:nvSpPr>
        <p:spPr>
          <a:xfrm>
            <a:off x="685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ACBACE1-CF0C-4FBD-AA2D-919CB03FCDCF}"/>
              </a:ext>
            </a:extLst>
          </p:cNvPr>
          <p:cNvSpPr/>
          <p:nvPr/>
        </p:nvSpPr>
        <p:spPr>
          <a:xfrm>
            <a:off x="685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4D0B5D-6225-47A7-A64F-E509E5D1F560}"/>
              </a:ext>
            </a:extLst>
          </p:cNvPr>
          <p:cNvSpPr/>
          <p:nvPr/>
        </p:nvSpPr>
        <p:spPr>
          <a:xfrm>
            <a:off x="685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20CB009-C180-4273-BF11-FB4B13237C4B}"/>
              </a:ext>
            </a:extLst>
          </p:cNvPr>
          <p:cNvSpPr/>
          <p:nvPr/>
        </p:nvSpPr>
        <p:spPr>
          <a:xfrm>
            <a:off x="685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066BC9-D23E-4716-9330-8BC76E43AAC8}"/>
              </a:ext>
            </a:extLst>
          </p:cNvPr>
          <p:cNvSpPr/>
          <p:nvPr/>
        </p:nvSpPr>
        <p:spPr>
          <a:xfrm>
            <a:off x="685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A98D2EC-CB68-4684-A5F9-F7D0E3C70DA8}"/>
              </a:ext>
            </a:extLst>
          </p:cNvPr>
          <p:cNvSpPr/>
          <p:nvPr/>
        </p:nvSpPr>
        <p:spPr>
          <a:xfrm>
            <a:off x="685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8AC5417-28E0-4EEC-95DB-F8F254C234E1}"/>
              </a:ext>
            </a:extLst>
          </p:cNvPr>
          <p:cNvSpPr/>
          <p:nvPr/>
        </p:nvSpPr>
        <p:spPr>
          <a:xfrm>
            <a:off x="685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2ED02D3-7E41-49D7-8DDF-BBE5034A8679}"/>
              </a:ext>
            </a:extLst>
          </p:cNvPr>
          <p:cNvSpPr/>
          <p:nvPr/>
        </p:nvSpPr>
        <p:spPr>
          <a:xfrm>
            <a:off x="685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637481F-6819-49E2-BCBB-57F9BC2B43FD}"/>
              </a:ext>
            </a:extLst>
          </p:cNvPr>
          <p:cNvSpPr/>
          <p:nvPr/>
        </p:nvSpPr>
        <p:spPr>
          <a:xfrm>
            <a:off x="685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72B1D7-A5FA-4F5B-97EF-55EBAB14AA15}"/>
              </a:ext>
            </a:extLst>
          </p:cNvPr>
          <p:cNvSpPr/>
          <p:nvPr/>
        </p:nvSpPr>
        <p:spPr>
          <a:xfrm>
            <a:off x="914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95465AF-AECA-494B-AA8E-4758487170B5}"/>
              </a:ext>
            </a:extLst>
          </p:cNvPr>
          <p:cNvSpPr/>
          <p:nvPr/>
        </p:nvSpPr>
        <p:spPr>
          <a:xfrm>
            <a:off x="914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329C5B9-52DA-428A-9136-7A913E0C96C7}"/>
              </a:ext>
            </a:extLst>
          </p:cNvPr>
          <p:cNvSpPr/>
          <p:nvPr/>
        </p:nvSpPr>
        <p:spPr>
          <a:xfrm>
            <a:off x="914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0867D10-F80E-4664-9902-9DD24DF98E19}"/>
              </a:ext>
            </a:extLst>
          </p:cNvPr>
          <p:cNvSpPr/>
          <p:nvPr/>
        </p:nvSpPr>
        <p:spPr>
          <a:xfrm>
            <a:off x="914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5C43992-5B50-4BD4-8F99-8FCFD821AA70}"/>
              </a:ext>
            </a:extLst>
          </p:cNvPr>
          <p:cNvSpPr/>
          <p:nvPr/>
        </p:nvSpPr>
        <p:spPr>
          <a:xfrm>
            <a:off x="914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975716A-67EF-4465-8521-B15E81F53008}"/>
              </a:ext>
            </a:extLst>
          </p:cNvPr>
          <p:cNvSpPr/>
          <p:nvPr/>
        </p:nvSpPr>
        <p:spPr>
          <a:xfrm>
            <a:off x="914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267AABE-BC96-4814-A868-9CFD2A9B5E37}"/>
              </a:ext>
            </a:extLst>
          </p:cNvPr>
          <p:cNvSpPr/>
          <p:nvPr/>
        </p:nvSpPr>
        <p:spPr>
          <a:xfrm>
            <a:off x="914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2D1546F-2728-4772-ABF8-B43B732E07EA}"/>
              </a:ext>
            </a:extLst>
          </p:cNvPr>
          <p:cNvSpPr/>
          <p:nvPr/>
        </p:nvSpPr>
        <p:spPr>
          <a:xfrm>
            <a:off x="914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E25CEE9-7E41-46C6-AB63-9AFFB34DA355}"/>
              </a:ext>
            </a:extLst>
          </p:cNvPr>
          <p:cNvSpPr/>
          <p:nvPr/>
        </p:nvSpPr>
        <p:spPr>
          <a:xfrm>
            <a:off x="914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DFF9BDD-EFDB-4170-8681-3B75719AD037}"/>
              </a:ext>
            </a:extLst>
          </p:cNvPr>
          <p:cNvSpPr/>
          <p:nvPr/>
        </p:nvSpPr>
        <p:spPr>
          <a:xfrm>
            <a:off x="914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00A9E9E-01EB-4C58-9DE9-85E949ED0483}"/>
              </a:ext>
            </a:extLst>
          </p:cNvPr>
          <p:cNvSpPr/>
          <p:nvPr/>
        </p:nvSpPr>
        <p:spPr>
          <a:xfrm>
            <a:off x="914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FAE31E4-4751-4C71-9B4E-37BB0A41D19F}"/>
              </a:ext>
            </a:extLst>
          </p:cNvPr>
          <p:cNvSpPr/>
          <p:nvPr/>
        </p:nvSpPr>
        <p:spPr>
          <a:xfrm>
            <a:off x="914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0864D4E-CE19-4CCD-A172-A096EA9A2EA9}"/>
              </a:ext>
            </a:extLst>
          </p:cNvPr>
          <p:cNvSpPr/>
          <p:nvPr/>
        </p:nvSpPr>
        <p:spPr>
          <a:xfrm>
            <a:off x="914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38BA317-FE2B-4A93-9FEC-2BB9C5617798}"/>
              </a:ext>
            </a:extLst>
          </p:cNvPr>
          <p:cNvSpPr/>
          <p:nvPr/>
        </p:nvSpPr>
        <p:spPr>
          <a:xfrm>
            <a:off x="1143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422D2F-532D-4FE8-A94C-87277888291C}"/>
              </a:ext>
            </a:extLst>
          </p:cNvPr>
          <p:cNvSpPr/>
          <p:nvPr/>
        </p:nvSpPr>
        <p:spPr>
          <a:xfrm>
            <a:off x="1143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50696FB-25C4-441E-9136-78261D25BB6D}"/>
              </a:ext>
            </a:extLst>
          </p:cNvPr>
          <p:cNvSpPr/>
          <p:nvPr/>
        </p:nvSpPr>
        <p:spPr>
          <a:xfrm>
            <a:off x="1143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68AE01F-D468-4283-9672-2B02424F8098}"/>
              </a:ext>
            </a:extLst>
          </p:cNvPr>
          <p:cNvSpPr/>
          <p:nvPr/>
        </p:nvSpPr>
        <p:spPr>
          <a:xfrm>
            <a:off x="1143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0656832-AB8F-4DD8-BF36-08DC401B649C}"/>
              </a:ext>
            </a:extLst>
          </p:cNvPr>
          <p:cNvSpPr/>
          <p:nvPr/>
        </p:nvSpPr>
        <p:spPr>
          <a:xfrm>
            <a:off x="1143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70DDA13-5F0C-4370-9C11-342130BF4E25}"/>
              </a:ext>
            </a:extLst>
          </p:cNvPr>
          <p:cNvSpPr/>
          <p:nvPr/>
        </p:nvSpPr>
        <p:spPr>
          <a:xfrm>
            <a:off x="1143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7AC8842-EE8E-4C61-BDE0-07EDA892D405}"/>
              </a:ext>
            </a:extLst>
          </p:cNvPr>
          <p:cNvSpPr/>
          <p:nvPr/>
        </p:nvSpPr>
        <p:spPr>
          <a:xfrm>
            <a:off x="1143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7F23F88-8A48-4A6B-B796-2EE0383A7C64}"/>
              </a:ext>
            </a:extLst>
          </p:cNvPr>
          <p:cNvSpPr/>
          <p:nvPr/>
        </p:nvSpPr>
        <p:spPr>
          <a:xfrm>
            <a:off x="1143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2F95AC1-21D8-4225-9DCB-8284B2B49833}"/>
              </a:ext>
            </a:extLst>
          </p:cNvPr>
          <p:cNvSpPr/>
          <p:nvPr/>
        </p:nvSpPr>
        <p:spPr>
          <a:xfrm>
            <a:off x="1143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0616D93-D87A-4ABB-A4D9-F76E691D3DF8}"/>
              </a:ext>
            </a:extLst>
          </p:cNvPr>
          <p:cNvSpPr/>
          <p:nvPr/>
        </p:nvSpPr>
        <p:spPr>
          <a:xfrm>
            <a:off x="1143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019060D-EA89-4DE5-8159-A24EFC5B7E55}"/>
              </a:ext>
            </a:extLst>
          </p:cNvPr>
          <p:cNvSpPr/>
          <p:nvPr/>
        </p:nvSpPr>
        <p:spPr>
          <a:xfrm>
            <a:off x="1143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2C5E9A3-11A0-425B-A0F1-0CEABA020E6D}"/>
              </a:ext>
            </a:extLst>
          </p:cNvPr>
          <p:cNvSpPr/>
          <p:nvPr/>
        </p:nvSpPr>
        <p:spPr>
          <a:xfrm>
            <a:off x="1143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1E8E0FA-4634-444A-9664-DF0CA70E8850}"/>
              </a:ext>
            </a:extLst>
          </p:cNvPr>
          <p:cNvSpPr/>
          <p:nvPr/>
        </p:nvSpPr>
        <p:spPr>
          <a:xfrm>
            <a:off x="1143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67EB462-C3A3-45A3-9A70-E587E9D8AA44}"/>
              </a:ext>
            </a:extLst>
          </p:cNvPr>
          <p:cNvSpPr/>
          <p:nvPr/>
        </p:nvSpPr>
        <p:spPr>
          <a:xfrm>
            <a:off x="1371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B0067B3-655E-423C-8034-2B841A721660}"/>
              </a:ext>
            </a:extLst>
          </p:cNvPr>
          <p:cNvSpPr/>
          <p:nvPr/>
        </p:nvSpPr>
        <p:spPr>
          <a:xfrm>
            <a:off x="1371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B0C087B-F8EC-4BD7-879A-32FF05204778}"/>
              </a:ext>
            </a:extLst>
          </p:cNvPr>
          <p:cNvSpPr/>
          <p:nvPr/>
        </p:nvSpPr>
        <p:spPr>
          <a:xfrm>
            <a:off x="1371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AD6E701-358A-4C01-B479-B954DD1D7E15}"/>
              </a:ext>
            </a:extLst>
          </p:cNvPr>
          <p:cNvSpPr/>
          <p:nvPr/>
        </p:nvSpPr>
        <p:spPr>
          <a:xfrm>
            <a:off x="1371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3E1438D-5799-4BB5-8B86-3074BC692F46}"/>
              </a:ext>
            </a:extLst>
          </p:cNvPr>
          <p:cNvSpPr/>
          <p:nvPr/>
        </p:nvSpPr>
        <p:spPr>
          <a:xfrm>
            <a:off x="1371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B76622A-BDED-4974-8479-88FFD4E241EC}"/>
              </a:ext>
            </a:extLst>
          </p:cNvPr>
          <p:cNvSpPr/>
          <p:nvPr/>
        </p:nvSpPr>
        <p:spPr>
          <a:xfrm>
            <a:off x="1371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0ED8546-1908-43BC-98EA-CC7D82D086B4}"/>
              </a:ext>
            </a:extLst>
          </p:cNvPr>
          <p:cNvSpPr/>
          <p:nvPr/>
        </p:nvSpPr>
        <p:spPr>
          <a:xfrm>
            <a:off x="1371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7234089-59A9-4C13-82AB-B24A8C2953D5}"/>
              </a:ext>
            </a:extLst>
          </p:cNvPr>
          <p:cNvSpPr/>
          <p:nvPr/>
        </p:nvSpPr>
        <p:spPr>
          <a:xfrm>
            <a:off x="1371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1180A00-7FC6-4557-B713-4DA10D95EA41}"/>
              </a:ext>
            </a:extLst>
          </p:cNvPr>
          <p:cNvSpPr/>
          <p:nvPr/>
        </p:nvSpPr>
        <p:spPr>
          <a:xfrm>
            <a:off x="1371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2D13B75-1870-4F07-94A5-AF0EDA69C80D}"/>
              </a:ext>
            </a:extLst>
          </p:cNvPr>
          <p:cNvSpPr/>
          <p:nvPr/>
        </p:nvSpPr>
        <p:spPr>
          <a:xfrm>
            <a:off x="1371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421B093-2CC7-4DE0-BD48-0B3518B4BADC}"/>
              </a:ext>
            </a:extLst>
          </p:cNvPr>
          <p:cNvSpPr/>
          <p:nvPr/>
        </p:nvSpPr>
        <p:spPr>
          <a:xfrm>
            <a:off x="1371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4AD73EF-A0BB-4F62-8FBD-282CA6171117}"/>
              </a:ext>
            </a:extLst>
          </p:cNvPr>
          <p:cNvSpPr/>
          <p:nvPr/>
        </p:nvSpPr>
        <p:spPr>
          <a:xfrm>
            <a:off x="1371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44C9D17-99E7-4DC4-878F-87594BD99D01}"/>
              </a:ext>
            </a:extLst>
          </p:cNvPr>
          <p:cNvSpPr/>
          <p:nvPr/>
        </p:nvSpPr>
        <p:spPr>
          <a:xfrm>
            <a:off x="1371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BF25C12-A191-44D5-865A-DF13C3CC5DA5}"/>
              </a:ext>
            </a:extLst>
          </p:cNvPr>
          <p:cNvSpPr/>
          <p:nvPr/>
        </p:nvSpPr>
        <p:spPr>
          <a:xfrm>
            <a:off x="1600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94A0669-75CA-43AE-8042-2F2EC2A138BB}"/>
              </a:ext>
            </a:extLst>
          </p:cNvPr>
          <p:cNvSpPr/>
          <p:nvPr/>
        </p:nvSpPr>
        <p:spPr>
          <a:xfrm>
            <a:off x="1600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FFF4E9A-B724-4064-923A-C7CD06CD5C5E}"/>
              </a:ext>
            </a:extLst>
          </p:cNvPr>
          <p:cNvSpPr/>
          <p:nvPr/>
        </p:nvSpPr>
        <p:spPr>
          <a:xfrm>
            <a:off x="1600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DA7E938-4F3C-4FBD-A526-3D5CB4C2888B}"/>
              </a:ext>
            </a:extLst>
          </p:cNvPr>
          <p:cNvSpPr/>
          <p:nvPr/>
        </p:nvSpPr>
        <p:spPr>
          <a:xfrm>
            <a:off x="1600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F44C512-0AE4-4CDB-B4FA-24A2A7941773}"/>
              </a:ext>
            </a:extLst>
          </p:cNvPr>
          <p:cNvSpPr/>
          <p:nvPr/>
        </p:nvSpPr>
        <p:spPr>
          <a:xfrm>
            <a:off x="1600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45C48DD-BF1D-48E1-B1A2-34EE2945C50C}"/>
              </a:ext>
            </a:extLst>
          </p:cNvPr>
          <p:cNvSpPr/>
          <p:nvPr/>
        </p:nvSpPr>
        <p:spPr>
          <a:xfrm>
            <a:off x="1600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EE1591B-0459-4186-8F18-ACD887D38D34}"/>
              </a:ext>
            </a:extLst>
          </p:cNvPr>
          <p:cNvSpPr/>
          <p:nvPr/>
        </p:nvSpPr>
        <p:spPr>
          <a:xfrm>
            <a:off x="1600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23CB7A6-9BBD-4214-9A81-A8405429C4FB}"/>
              </a:ext>
            </a:extLst>
          </p:cNvPr>
          <p:cNvSpPr/>
          <p:nvPr/>
        </p:nvSpPr>
        <p:spPr>
          <a:xfrm>
            <a:off x="1600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C0F3040-C5C7-40FC-B6D5-37ACD4B4D5CD}"/>
              </a:ext>
            </a:extLst>
          </p:cNvPr>
          <p:cNvSpPr/>
          <p:nvPr/>
        </p:nvSpPr>
        <p:spPr>
          <a:xfrm>
            <a:off x="1600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D821AE8-8BE2-4053-9297-AA4C98AAC72C}"/>
              </a:ext>
            </a:extLst>
          </p:cNvPr>
          <p:cNvSpPr/>
          <p:nvPr/>
        </p:nvSpPr>
        <p:spPr>
          <a:xfrm>
            <a:off x="1600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E56D56B-3506-46DB-9509-44971E74252E}"/>
              </a:ext>
            </a:extLst>
          </p:cNvPr>
          <p:cNvSpPr/>
          <p:nvPr/>
        </p:nvSpPr>
        <p:spPr>
          <a:xfrm>
            <a:off x="1600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DC4C239-9DD0-4A97-AC5B-365202B8CDEE}"/>
              </a:ext>
            </a:extLst>
          </p:cNvPr>
          <p:cNvSpPr/>
          <p:nvPr/>
        </p:nvSpPr>
        <p:spPr>
          <a:xfrm>
            <a:off x="1600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ABF1B8B-BEC3-44A1-BCB3-47AD19DC5276}"/>
              </a:ext>
            </a:extLst>
          </p:cNvPr>
          <p:cNvSpPr/>
          <p:nvPr/>
        </p:nvSpPr>
        <p:spPr>
          <a:xfrm>
            <a:off x="1600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54F279F-AA23-4712-AF53-05683E1AD856}"/>
              </a:ext>
            </a:extLst>
          </p:cNvPr>
          <p:cNvSpPr/>
          <p:nvPr/>
        </p:nvSpPr>
        <p:spPr>
          <a:xfrm>
            <a:off x="1828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AF3B59D-0F31-417F-AC2C-1CA519B73258}"/>
              </a:ext>
            </a:extLst>
          </p:cNvPr>
          <p:cNvSpPr/>
          <p:nvPr/>
        </p:nvSpPr>
        <p:spPr>
          <a:xfrm>
            <a:off x="1828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5EDAB19-A25F-4CD2-9495-EB314682C6C6}"/>
              </a:ext>
            </a:extLst>
          </p:cNvPr>
          <p:cNvSpPr/>
          <p:nvPr/>
        </p:nvSpPr>
        <p:spPr>
          <a:xfrm>
            <a:off x="1828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DECB910C-5B5C-49B9-8662-9DB5F4C27FCB}"/>
              </a:ext>
            </a:extLst>
          </p:cNvPr>
          <p:cNvSpPr/>
          <p:nvPr/>
        </p:nvSpPr>
        <p:spPr>
          <a:xfrm>
            <a:off x="1828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7460F88-C53E-43F7-B702-AEC0D9F6F1FB}"/>
              </a:ext>
            </a:extLst>
          </p:cNvPr>
          <p:cNvSpPr/>
          <p:nvPr/>
        </p:nvSpPr>
        <p:spPr>
          <a:xfrm>
            <a:off x="1828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B206EC5-9E56-4F39-A170-8FD1FCE21644}"/>
              </a:ext>
            </a:extLst>
          </p:cNvPr>
          <p:cNvSpPr/>
          <p:nvPr/>
        </p:nvSpPr>
        <p:spPr>
          <a:xfrm>
            <a:off x="1828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8D38AC6-B893-4A11-B346-F04554DABF74}"/>
              </a:ext>
            </a:extLst>
          </p:cNvPr>
          <p:cNvSpPr/>
          <p:nvPr/>
        </p:nvSpPr>
        <p:spPr>
          <a:xfrm>
            <a:off x="1828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FD07B62-6C61-4437-B6C1-FFA63C063FA3}"/>
              </a:ext>
            </a:extLst>
          </p:cNvPr>
          <p:cNvSpPr/>
          <p:nvPr/>
        </p:nvSpPr>
        <p:spPr>
          <a:xfrm>
            <a:off x="1828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5E2FDF0-6FD2-4100-82D5-88FE27C677F4}"/>
              </a:ext>
            </a:extLst>
          </p:cNvPr>
          <p:cNvSpPr/>
          <p:nvPr/>
        </p:nvSpPr>
        <p:spPr>
          <a:xfrm>
            <a:off x="1828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36F09AA-1EB4-43AE-9D98-8A316533E7D2}"/>
              </a:ext>
            </a:extLst>
          </p:cNvPr>
          <p:cNvSpPr/>
          <p:nvPr/>
        </p:nvSpPr>
        <p:spPr>
          <a:xfrm>
            <a:off x="1828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B446300-C75D-4E4A-837F-2EEF7B07A1EE}"/>
              </a:ext>
            </a:extLst>
          </p:cNvPr>
          <p:cNvSpPr/>
          <p:nvPr/>
        </p:nvSpPr>
        <p:spPr>
          <a:xfrm>
            <a:off x="1828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740EE43-0861-45FD-8D54-27B4C0EDE121}"/>
              </a:ext>
            </a:extLst>
          </p:cNvPr>
          <p:cNvSpPr/>
          <p:nvPr/>
        </p:nvSpPr>
        <p:spPr>
          <a:xfrm>
            <a:off x="1828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D77DF31-625F-4029-9254-1EACA758C842}"/>
              </a:ext>
            </a:extLst>
          </p:cNvPr>
          <p:cNvSpPr/>
          <p:nvPr/>
        </p:nvSpPr>
        <p:spPr>
          <a:xfrm>
            <a:off x="1828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89D6E40-52E8-4604-BCCA-1406E029B36C}"/>
              </a:ext>
            </a:extLst>
          </p:cNvPr>
          <p:cNvSpPr/>
          <p:nvPr/>
        </p:nvSpPr>
        <p:spPr>
          <a:xfrm>
            <a:off x="2057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43D59C16-5034-450B-9ED3-2F71074030C7}"/>
              </a:ext>
            </a:extLst>
          </p:cNvPr>
          <p:cNvSpPr/>
          <p:nvPr/>
        </p:nvSpPr>
        <p:spPr>
          <a:xfrm>
            <a:off x="2057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6A606FE-033E-4228-A35E-499E67C5A73F}"/>
              </a:ext>
            </a:extLst>
          </p:cNvPr>
          <p:cNvSpPr/>
          <p:nvPr/>
        </p:nvSpPr>
        <p:spPr>
          <a:xfrm>
            <a:off x="2057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0FB0CFE-DC17-42B8-A6D7-17C01D5089FB}"/>
              </a:ext>
            </a:extLst>
          </p:cNvPr>
          <p:cNvSpPr/>
          <p:nvPr/>
        </p:nvSpPr>
        <p:spPr>
          <a:xfrm>
            <a:off x="2057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D750050-7CBA-4AF7-99B4-990F17A516AB}"/>
              </a:ext>
            </a:extLst>
          </p:cNvPr>
          <p:cNvSpPr/>
          <p:nvPr/>
        </p:nvSpPr>
        <p:spPr>
          <a:xfrm>
            <a:off x="2057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F9A3C3C-4C81-4DDA-8887-DB90803AD727}"/>
              </a:ext>
            </a:extLst>
          </p:cNvPr>
          <p:cNvSpPr/>
          <p:nvPr/>
        </p:nvSpPr>
        <p:spPr>
          <a:xfrm>
            <a:off x="2057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57769E5-571B-4CAD-BA16-BCC717EEFF1E}"/>
              </a:ext>
            </a:extLst>
          </p:cNvPr>
          <p:cNvSpPr/>
          <p:nvPr/>
        </p:nvSpPr>
        <p:spPr>
          <a:xfrm>
            <a:off x="2057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B0A1EF8B-2504-420A-A3E1-1B5B41517462}"/>
              </a:ext>
            </a:extLst>
          </p:cNvPr>
          <p:cNvSpPr/>
          <p:nvPr/>
        </p:nvSpPr>
        <p:spPr>
          <a:xfrm>
            <a:off x="2057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EDB8EA6E-3F85-4E7D-9895-9822360A149B}"/>
              </a:ext>
            </a:extLst>
          </p:cNvPr>
          <p:cNvSpPr/>
          <p:nvPr/>
        </p:nvSpPr>
        <p:spPr>
          <a:xfrm>
            <a:off x="2057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35356ED-DD9D-4A60-86EF-3B164ECCB9C1}"/>
              </a:ext>
            </a:extLst>
          </p:cNvPr>
          <p:cNvSpPr/>
          <p:nvPr/>
        </p:nvSpPr>
        <p:spPr>
          <a:xfrm>
            <a:off x="2057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3F14594C-E001-4E35-8DBD-80CE37F43FBF}"/>
              </a:ext>
            </a:extLst>
          </p:cNvPr>
          <p:cNvSpPr/>
          <p:nvPr/>
        </p:nvSpPr>
        <p:spPr>
          <a:xfrm>
            <a:off x="2057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05BE77DC-8DFE-4AB4-92CE-BC2D8F7BA077}"/>
              </a:ext>
            </a:extLst>
          </p:cNvPr>
          <p:cNvSpPr/>
          <p:nvPr/>
        </p:nvSpPr>
        <p:spPr>
          <a:xfrm>
            <a:off x="2057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DD20329-258E-489C-8545-B4919BB7AD55}"/>
              </a:ext>
            </a:extLst>
          </p:cNvPr>
          <p:cNvSpPr/>
          <p:nvPr/>
        </p:nvSpPr>
        <p:spPr>
          <a:xfrm>
            <a:off x="2057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400FAA3-1ACA-4F84-8309-1D4CFB2A7A19}"/>
              </a:ext>
            </a:extLst>
          </p:cNvPr>
          <p:cNvSpPr/>
          <p:nvPr/>
        </p:nvSpPr>
        <p:spPr>
          <a:xfrm>
            <a:off x="2286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7882CDB3-A20F-43E3-846E-F6919AD790E7}"/>
              </a:ext>
            </a:extLst>
          </p:cNvPr>
          <p:cNvSpPr/>
          <p:nvPr/>
        </p:nvSpPr>
        <p:spPr>
          <a:xfrm>
            <a:off x="2286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733AC20-E625-4F7A-81C5-E206B21895DB}"/>
              </a:ext>
            </a:extLst>
          </p:cNvPr>
          <p:cNvSpPr/>
          <p:nvPr/>
        </p:nvSpPr>
        <p:spPr>
          <a:xfrm>
            <a:off x="2286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A5BFD28A-F32A-42FE-B669-0669084932A5}"/>
              </a:ext>
            </a:extLst>
          </p:cNvPr>
          <p:cNvSpPr/>
          <p:nvPr/>
        </p:nvSpPr>
        <p:spPr>
          <a:xfrm>
            <a:off x="2286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3C222BA-A98B-465A-A49A-2069A9545B1F}"/>
              </a:ext>
            </a:extLst>
          </p:cNvPr>
          <p:cNvSpPr/>
          <p:nvPr/>
        </p:nvSpPr>
        <p:spPr>
          <a:xfrm>
            <a:off x="2286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A733354-192D-4461-8247-F826925E2B23}"/>
              </a:ext>
            </a:extLst>
          </p:cNvPr>
          <p:cNvSpPr/>
          <p:nvPr/>
        </p:nvSpPr>
        <p:spPr>
          <a:xfrm>
            <a:off x="2286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9472D81-C0D4-453C-AF87-A6BEAAB86B1D}"/>
              </a:ext>
            </a:extLst>
          </p:cNvPr>
          <p:cNvSpPr/>
          <p:nvPr/>
        </p:nvSpPr>
        <p:spPr>
          <a:xfrm>
            <a:off x="2286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0A17037-6177-4F20-AF63-6FF405A0E47F}"/>
              </a:ext>
            </a:extLst>
          </p:cNvPr>
          <p:cNvSpPr/>
          <p:nvPr/>
        </p:nvSpPr>
        <p:spPr>
          <a:xfrm>
            <a:off x="2286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94BDE03-925E-4A94-B89B-9E698BB7D0B3}"/>
              </a:ext>
            </a:extLst>
          </p:cNvPr>
          <p:cNvSpPr/>
          <p:nvPr/>
        </p:nvSpPr>
        <p:spPr>
          <a:xfrm>
            <a:off x="2286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F42041D-4F56-4AED-81A9-B4D460B249B6}"/>
              </a:ext>
            </a:extLst>
          </p:cNvPr>
          <p:cNvSpPr/>
          <p:nvPr/>
        </p:nvSpPr>
        <p:spPr>
          <a:xfrm>
            <a:off x="2286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AA76882-DAC2-4BC8-B0DB-996F30E1BFFF}"/>
              </a:ext>
            </a:extLst>
          </p:cNvPr>
          <p:cNvSpPr/>
          <p:nvPr/>
        </p:nvSpPr>
        <p:spPr>
          <a:xfrm>
            <a:off x="2286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6B441030-7E8E-4595-A54C-0B3F2A089E1C}"/>
              </a:ext>
            </a:extLst>
          </p:cNvPr>
          <p:cNvSpPr/>
          <p:nvPr/>
        </p:nvSpPr>
        <p:spPr>
          <a:xfrm>
            <a:off x="2286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16200ED0-4C40-443C-A262-4D026B1D79F4}"/>
              </a:ext>
            </a:extLst>
          </p:cNvPr>
          <p:cNvSpPr/>
          <p:nvPr/>
        </p:nvSpPr>
        <p:spPr>
          <a:xfrm>
            <a:off x="2286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901AC3DF-73A2-4F46-8CC9-2AA05903B167}"/>
              </a:ext>
            </a:extLst>
          </p:cNvPr>
          <p:cNvSpPr/>
          <p:nvPr/>
        </p:nvSpPr>
        <p:spPr>
          <a:xfrm>
            <a:off x="2514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28B7F1F-CA67-4748-8D30-0735581320F1}"/>
              </a:ext>
            </a:extLst>
          </p:cNvPr>
          <p:cNvSpPr/>
          <p:nvPr/>
        </p:nvSpPr>
        <p:spPr>
          <a:xfrm>
            <a:off x="2514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08A2A12-D0B7-4B88-8369-B94C63D4C500}"/>
              </a:ext>
            </a:extLst>
          </p:cNvPr>
          <p:cNvSpPr/>
          <p:nvPr/>
        </p:nvSpPr>
        <p:spPr>
          <a:xfrm>
            <a:off x="2514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6C89C94-43E3-4101-BC0A-9D08596512E2}"/>
              </a:ext>
            </a:extLst>
          </p:cNvPr>
          <p:cNvSpPr/>
          <p:nvPr/>
        </p:nvSpPr>
        <p:spPr>
          <a:xfrm>
            <a:off x="2514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A2C0A40-06A5-4674-BCCE-B7D8B4000D63}"/>
              </a:ext>
            </a:extLst>
          </p:cNvPr>
          <p:cNvSpPr/>
          <p:nvPr/>
        </p:nvSpPr>
        <p:spPr>
          <a:xfrm>
            <a:off x="2514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88B6CCE-E67A-4A3E-A3E6-73F6506CF9F7}"/>
              </a:ext>
            </a:extLst>
          </p:cNvPr>
          <p:cNvSpPr/>
          <p:nvPr/>
        </p:nvSpPr>
        <p:spPr>
          <a:xfrm>
            <a:off x="2514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6B453B5-98B9-49D3-8108-561EB85B8668}"/>
              </a:ext>
            </a:extLst>
          </p:cNvPr>
          <p:cNvSpPr/>
          <p:nvPr/>
        </p:nvSpPr>
        <p:spPr>
          <a:xfrm>
            <a:off x="2514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339BF22-E0D8-4191-BAFC-735BC6B5DE58}"/>
              </a:ext>
            </a:extLst>
          </p:cNvPr>
          <p:cNvSpPr/>
          <p:nvPr/>
        </p:nvSpPr>
        <p:spPr>
          <a:xfrm>
            <a:off x="2514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48474193-5C23-4765-90A8-D160D519D5CD}"/>
              </a:ext>
            </a:extLst>
          </p:cNvPr>
          <p:cNvSpPr/>
          <p:nvPr/>
        </p:nvSpPr>
        <p:spPr>
          <a:xfrm>
            <a:off x="2514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C69A5C7-A36D-41BA-804C-C5E60B123D2B}"/>
              </a:ext>
            </a:extLst>
          </p:cNvPr>
          <p:cNvSpPr/>
          <p:nvPr/>
        </p:nvSpPr>
        <p:spPr>
          <a:xfrm>
            <a:off x="2514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7CC24D20-BF03-4D80-AB5E-E88F638B6404}"/>
              </a:ext>
            </a:extLst>
          </p:cNvPr>
          <p:cNvSpPr/>
          <p:nvPr/>
        </p:nvSpPr>
        <p:spPr>
          <a:xfrm>
            <a:off x="2514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C52A1215-CE53-4F33-9295-62B0B446E23B}"/>
              </a:ext>
            </a:extLst>
          </p:cNvPr>
          <p:cNvSpPr/>
          <p:nvPr/>
        </p:nvSpPr>
        <p:spPr>
          <a:xfrm>
            <a:off x="2514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833DEF59-86FE-40DE-A372-CEE171006170}"/>
              </a:ext>
            </a:extLst>
          </p:cNvPr>
          <p:cNvSpPr/>
          <p:nvPr/>
        </p:nvSpPr>
        <p:spPr>
          <a:xfrm>
            <a:off x="2514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7444FDD8-C78B-4379-878F-F785BF1D8F03}"/>
              </a:ext>
            </a:extLst>
          </p:cNvPr>
          <p:cNvSpPr/>
          <p:nvPr/>
        </p:nvSpPr>
        <p:spPr>
          <a:xfrm>
            <a:off x="2743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F455E03-BF48-4863-A194-290EAA4D4290}"/>
              </a:ext>
            </a:extLst>
          </p:cNvPr>
          <p:cNvSpPr/>
          <p:nvPr/>
        </p:nvSpPr>
        <p:spPr>
          <a:xfrm>
            <a:off x="2743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67E1AC1-1366-45D5-8A43-A1825ACB47D5}"/>
              </a:ext>
            </a:extLst>
          </p:cNvPr>
          <p:cNvSpPr/>
          <p:nvPr/>
        </p:nvSpPr>
        <p:spPr>
          <a:xfrm>
            <a:off x="2743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FAAE7BE-62BD-4534-A04E-1BC8D029C4C7}"/>
              </a:ext>
            </a:extLst>
          </p:cNvPr>
          <p:cNvSpPr/>
          <p:nvPr/>
        </p:nvSpPr>
        <p:spPr>
          <a:xfrm>
            <a:off x="2743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3F5060C-B82D-4124-BC4F-9048E37CA4D9}"/>
              </a:ext>
            </a:extLst>
          </p:cNvPr>
          <p:cNvSpPr/>
          <p:nvPr/>
        </p:nvSpPr>
        <p:spPr>
          <a:xfrm>
            <a:off x="2743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AB97EC9-AFC8-4882-87D9-FF9AA885EDB7}"/>
              </a:ext>
            </a:extLst>
          </p:cNvPr>
          <p:cNvSpPr/>
          <p:nvPr/>
        </p:nvSpPr>
        <p:spPr>
          <a:xfrm>
            <a:off x="2743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D1048C40-BEDB-4654-949B-B7A9B8E882C5}"/>
              </a:ext>
            </a:extLst>
          </p:cNvPr>
          <p:cNvSpPr/>
          <p:nvPr/>
        </p:nvSpPr>
        <p:spPr>
          <a:xfrm>
            <a:off x="2743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CA719B89-9E4C-40D4-84F9-0348BA960217}"/>
              </a:ext>
            </a:extLst>
          </p:cNvPr>
          <p:cNvSpPr/>
          <p:nvPr/>
        </p:nvSpPr>
        <p:spPr>
          <a:xfrm>
            <a:off x="2743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227E3151-152A-465A-953C-4203C02CF3C3}"/>
              </a:ext>
            </a:extLst>
          </p:cNvPr>
          <p:cNvSpPr/>
          <p:nvPr/>
        </p:nvSpPr>
        <p:spPr>
          <a:xfrm>
            <a:off x="2743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5DDA074-DB1F-4260-89EB-783159F16250}"/>
              </a:ext>
            </a:extLst>
          </p:cNvPr>
          <p:cNvSpPr/>
          <p:nvPr/>
        </p:nvSpPr>
        <p:spPr>
          <a:xfrm>
            <a:off x="2743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85729C32-811D-46A5-9DF8-E2EE90DFBE9E}"/>
              </a:ext>
            </a:extLst>
          </p:cNvPr>
          <p:cNvSpPr/>
          <p:nvPr/>
        </p:nvSpPr>
        <p:spPr>
          <a:xfrm>
            <a:off x="2743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E074D85-F8CF-474B-9244-5F1335DB97F7}"/>
              </a:ext>
            </a:extLst>
          </p:cNvPr>
          <p:cNvSpPr/>
          <p:nvPr/>
        </p:nvSpPr>
        <p:spPr>
          <a:xfrm>
            <a:off x="2743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1828C4CC-DFF4-4F33-8FEE-1582B860603E}"/>
              </a:ext>
            </a:extLst>
          </p:cNvPr>
          <p:cNvSpPr/>
          <p:nvPr/>
        </p:nvSpPr>
        <p:spPr>
          <a:xfrm>
            <a:off x="2743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4CA15EA-0CE2-4582-AFAC-4354E27C31A5}"/>
              </a:ext>
            </a:extLst>
          </p:cNvPr>
          <p:cNvSpPr/>
          <p:nvPr/>
        </p:nvSpPr>
        <p:spPr>
          <a:xfrm>
            <a:off x="2971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1E70784-0E07-4F12-BE56-C177411EB58B}"/>
              </a:ext>
            </a:extLst>
          </p:cNvPr>
          <p:cNvSpPr/>
          <p:nvPr/>
        </p:nvSpPr>
        <p:spPr>
          <a:xfrm>
            <a:off x="2971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D03B22F9-32D6-4BBE-9925-7A4166123DB4}"/>
              </a:ext>
            </a:extLst>
          </p:cNvPr>
          <p:cNvSpPr/>
          <p:nvPr/>
        </p:nvSpPr>
        <p:spPr>
          <a:xfrm>
            <a:off x="2971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33E943E-CC31-4255-BACE-C86410F78EEE}"/>
              </a:ext>
            </a:extLst>
          </p:cNvPr>
          <p:cNvSpPr/>
          <p:nvPr/>
        </p:nvSpPr>
        <p:spPr>
          <a:xfrm>
            <a:off x="2971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1CC5A2E-82A4-4586-94B6-A145047CC130}"/>
              </a:ext>
            </a:extLst>
          </p:cNvPr>
          <p:cNvSpPr/>
          <p:nvPr/>
        </p:nvSpPr>
        <p:spPr>
          <a:xfrm>
            <a:off x="2971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A1168794-7760-4318-961C-DD1CEAC4663A}"/>
              </a:ext>
            </a:extLst>
          </p:cNvPr>
          <p:cNvSpPr/>
          <p:nvPr/>
        </p:nvSpPr>
        <p:spPr>
          <a:xfrm>
            <a:off x="2971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B74EC578-0719-4C51-9A16-5FE3039FD99D}"/>
              </a:ext>
            </a:extLst>
          </p:cNvPr>
          <p:cNvSpPr/>
          <p:nvPr/>
        </p:nvSpPr>
        <p:spPr>
          <a:xfrm>
            <a:off x="2971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E81FF02-7BE9-4DB8-97DF-DF47ADE93ED0}"/>
              </a:ext>
            </a:extLst>
          </p:cNvPr>
          <p:cNvSpPr/>
          <p:nvPr/>
        </p:nvSpPr>
        <p:spPr>
          <a:xfrm>
            <a:off x="2971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E567859B-7C86-4010-9F27-0D24EFFF845D}"/>
              </a:ext>
            </a:extLst>
          </p:cNvPr>
          <p:cNvSpPr/>
          <p:nvPr/>
        </p:nvSpPr>
        <p:spPr>
          <a:xfrm>
            <a:off x="2971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E10EB6B1-C926-4227-9E0F-00082A6A9404}"/>
              </a:ext>
            </a:extLst>
          </p:cNvPr>
          <p:cNvSpPr/>
          <p:nvPr/>
        </p:nvSpPr>
        <p:spPr>
          <a:xfrm>
            <a:off x="2971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28B822ED-669C-4030-8510-56B5D3ABA112}"/>
              </a:ext>
            </a:extLst>
          </p:cNvPr>
          <p:cNvSpPr/>
          <p:nvPr/>
        </p:nvSpPr>
        <p:spPr>
          <a:xfrm>
            <a:off x="2971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632DEC91-86DA-4C7A-8FAE-CB5B384CD18D}"/>
              </a:ext>
            </a:extLst>
          </p:cNvPr>
          <p:cNvSpPr/>
          <p:nvPr/>
        </p:nvSpPr>
        <p:spPr>
          <a:xfrm>
            <a:off x="2971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7AB62F9-2742-46D7-A693-344BD7C21468}"/>
              </a:ext>
            </a:extLst>
          </p:cNvPr>
          <p:cNvSpPr/>
          <p:nvPr/>
        </p:nvSpPr>
        <p:spPr>
          <a:xfrm>
            <a:off x="2971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C31A2931-88B2-4BEB-BE3C-27236B45BA89}"/>
              </a:ext>
            </a:extLst>
          </p:cNvPr>
          <p:cNvSpPr/>
          <p:nvPr/>
        </p:nvSpPr>
        <p:spPr>
          <a:xfrm>
            <a:off x="3200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1D02F8D4-C513-406F-829A-ADD6DD0C73BF}"/>
              </a:ext>
            </a:extLst>
          </p:cNvPr>
          <p:cNvSpPr/>
          <p:nvPr/>
        </p:nvSpPr>
        <p:spPr>
          <a:xfrm>
            <a:off x="3200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AAF95E7-CB88-42F6-BCCE-B9EE822BB1CD}"/>
              </a:ext>
            </a:extLst>
          </p:cNvPr>
          <p:cNvSpPr/>
          <p:nvPr/>
        </p:nvSpPr>
        <p:spPr>
          <a:xfrm>
            <a:off x="3200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FFB989F-CD10-4812-8267-A9666B008E7B}"/>
              </a:ext>
            </a:extLst>
          </p:cNvPr>
          <p:cNvSpPr/>
          <p:nvPr/>
        </p:nvSpPr>
        <p:spPr>
          <a:xfrm>
            <a:off x="3200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9572D83-601F-4FE6-8B57-A939EAF4F02C}"/>
              </a:ext>
            </a:extLst>
          </p:cNvPr>
          <p:cNvSpPr/>
          <p:nvPr/>
        </p:nvSpPr>
        <p:spPr>
          <a:xfrm>
            <a:off x="3200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FC66D398-E3C6-49DD-9D16-086D5311B870}"/>
              </a:ext>
            </a:extLst>
          </p:cNvPr>
          <p:cNvSpPr/>
          <p:nvPr/>
        </p:nvSpPr>
        <p:spPr>
          <a:xfrm>
            <a:off x="3200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8A4D113-A522-43EF-A093-225CA40DDB12}"/>
              </a:ext>
            </a:extLst>
          </p:cNvPr>
          <p:cNvSpPr/>
          <p:nvPr/>
        </p:nvSpPr>
        <p:spPr>
          <a:xfrm>
            <a:off x="3200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7F90E093-98BE-4AFF-AC12-A1B6CC26DB20}"/>
              </a:ext>
            </a:extLst>
          </p:cNvPr>
          <p:cNvSpPr/>
          <p:nvPr/>
        </p:nvSpPr>
        <p:spPr>
          <a:xfrm>
            <a:off x="3200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C458955C-B5E3-4557-B5A6-38AC0D99BB2A}"/>
              </a:ext>
            </a:extLst>
          </p:cNvPr>
          <p:cNvSpPr/>
          <p:nvPr/>
        </p:nvSpPr>
        <p:spPr>
          <a:xfrm>
            <a:off x="3200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E9528AC7-6D5C-463D-802F-313071C8092F}"/>
              </a:ext>
            </a:extLst>
          </p:cNvPr>
          <p:cNvSpPr/>
          <p:nvPr/>
        </p:nvSpPr>
        <p:spPr>
          <a:xfrm>
            <a:off x="3200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E524135-57CF-40B8-8153-D60C5A30FB55}"/>
              </a:ext>
            </a:extLst>
          </p:cNvPr>
          <p:cNvSpPr/>
          <p:nvPr/>
        </p:nvSpPr>
        <p:spPr>
          <a:xfrm>
            <a:off x="3200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AF00DC0B-F3E0-4C62-9F54-B9968DEEEB75}"/>
              </a:ext>
            </a:extLst>
          </p:cNvPr>
          <p:cNvSpPr/>
          <p:nvPr/>
        </p:nvSpPr>
        <p:spPr>
          <a:xfrm>
            <a:off x="3200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2785AFA0-2DCF-4923-B1B4-DFBAE646418B}"/>
              </a:ext>
            </a:extLst>
          </p:cNvPr>
          <p:cNvSpPr/>
          <p:nvPr/>
        </p:nvSpPr>
        <p:spPr>
          <a:xfrm>
            <a:off x="3200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27CAF310-EE3E-4839-9935-82A088B451B1}"/>
              </a:ext>
            </a:extLst>
          </p:cNvPr>
          <p:cNvSpPr/>
          <p:nvPr/>
        </p:nvSpPr>
        <p:spPr>
          <a:xfrm>
            <a:off x="3429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3FD80FD-E73D-4D6B-B61E-430C7F5264DF}"/>
              </a:ext>
            </a:extLst>
          </p:cNvPr>
          <p:cNvSpPr/>
          <p:nvPr/>
        </p:nvSpPr>
        <p:spPr>
          <a:xfrm>
            <a:off x="3429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49760064-92FA-4396-A2DD-28DB23D891A3}"/>
              </a:ext>
            </a:extLst>
          </p:cNvPr>
          <p:cNvSpPr/>
          <p:nvPr/>
        </p:nvSpPr>
        <p:spPr>
          <a:xfrm>
            <a:off x="3429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03D59E6D-ECD2-4DB2-A3AF-C1DF385A22CB}"/>
              </a:ext>
            </a:extLst>
          </p:cNvPr>
          <p:cNvSpPr/>
          <p:nvPr/>
        </p:nvSpPr>
        <p:spPr>
          <a:xfrm>
            <a:off x="3429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4DF5D00-CE19-4829-B7DB-9AF0848EC84E}"/>
              </a:ext>
            </a:extLst>
          </p:cNvPr>
          <p:cNvSpPr/>
          <p:nvPr/>
        </p:nvSpPr>
        <p:spPr>
          <a:xfrm>
            <a:off x="3429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07629AE-DAE7-4DA4-A2DA-F6727FF519BD}"/>
              </a:ext>
            </a:extLst>
          </p:cNvPr>
          <p:cNvSpPr/>
          <p:nvPr/>
        </p:nvSpPr>
        <p:spPr>
          <a:xfrm>
            <a:off x="3429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83FDADB1-30A5-4BA2-AC80-B4C73286BB9A}"/>
              </a:ext>
            </a:extLst>
          </p:cNvPr>
          <p:cNvSpPr/>
          <p:nvPr/>
        </p:nvSpPr>
        <p:spPr>
          <a:xfrm>
            <a:off x="3429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FADE0FD9-DADA-47F8-8DC4-9E100BAA3453}"/>
              </a:ext>
            </a:extLst>
          </p:cNvPr>
          <p:cNvSpPr/>
          <p:nvPr/>
        </p:nvSpPr>
        <p:spPr>
          <a:xfrm>
            <a:off x="3429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9EE4B49-294F-4EBE-A6E9-F20C3E789E3A}"/>
              </a:ext>
            </a:extLst>
          </p:cNvPr>
          <p:cNvSpPr/>
          <p:nvPr/>
        </p:nvSpPr>
        <p:spPr>
          <a:xfrm>
            <a:off x="3429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109C2D32-E5BE-4CB5-92EF-539E49D34A0B}"/>
              </a:ext>
            </a:extLst>
          </p:cNvPr>
          <p:cNvSpPr/>
          <p:nvPr/>
        </p:nvSpPr>
        <p:spPr>
          <a:xfrm>
            <a:off x="3429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1B83E35-C81C-408F-BC4E-C55850D39BA4}"/>
              </a:ext>
            </a:extLst>
          </p:cNvPr>
          <p:cNvSpPr/>
          <p:nvPr/>
        </p:nvSpPr>
        <p:spPr>
          <a:xfrm>
            <a:off x="3429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4C992AFB-D88B-4189-BAFA-784336D32717}"/>
              </a:ext>
            </a:extLst>
          </p:cNvPr>
          <p:cNvSpPr/>
          <p:nvPr/>
        </p:nvSpPr>
        <p:spPr>
          <a:xfrm>
            <a:off x="3429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541742C7-0362-4A7D-8A72-D2E7A7387EC2}"/>
              </a:ext>
            </a:extLst>
          </p:cNvPr>
          <p:cNvSpPr/>
          <p:nvPr/>
        </p:nvSpPr>
        <p:spPr>
          <a:xfrm>
            <a:off x="3429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608EE457-095E-42FE-A57F-8D8C604FA734}"/>
              </a:ext>
            </a:extLst>
          </p:cNvPr>
          <p:cNvSpPr/>
          <p:nvPr/>
        </p:nvSpPr>
        <p:spPr>
          <a:xfrm>
            <a:off x="3657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97FC7A3-48B0-4577-897C-DF7D88197829}"/>
              </a:ext>
            </a:extLst>
          </p:cNvPr>
          <p:cNvSpPr/>
          <p:nvPr/>
        </p:nvSpPr>
        <p:spPr>
          <a:xfrm>
            <a:off x="3657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2DF8431-E46C-45F0-911A-88AF6F27064C}"/>
              </a:ext>
            </a:extLst>
          </p:cNvPr>
          <p:cNvSpPr/>
          <p:nvPr/>
        </p:nvSpPr>
        <p:spPr>
          <a:xfrm>
            <a:off x="3657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5380B5D1-3CFC-4131-80B6-0544EAA6DA45}"/>
              </a:ext>
            </a:extLst>
          </p:cNvPr>
          <p:cNvSpPr/>
          <p:nvPr/>
        </p:nvSpPr>
        <p:spPr>
          <a:xfrm>
            <a:off x="3657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20190824-A813-4BFF-8B53-72B7BE09F62F}"/>
              </a:ext>
            </a:extLst>
          </p:cNvPr>
          <p:cNvSpPr/>
          <p:nvPr/>
        </p:nvSpPr>
        <p:spPr>
          <a:xfrm>
            <a:off x="3657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3289C9A4-34F8-46FC-B004-FF88FEBB9AFB}"/>
              </a:ext>
            </a:extLst>
          </p:cNvPr>
          <p:cNvSpPr/>
          <p:nvPr/>
        </p:nvSpPr>
        <p:spPr>
          <a:xfrm>
            <a:off x="3657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2321B1AD-F990-4FE0-8F14-A0FA7B1FD07B}"/>
              </a:ext>
            </a:extLst>
          </p:cNvPr>
          <p:cNvSpPr/>
          <p:nvPr/>
        </p:nvSpPr>
        <p:spPr>
          <a:xfrm>
            <a:off x="3657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0CC4E0CA-1D6B-4472-9F36-9C404C65D513}"/>
              </a:ext>
            </a:extLst>
          </p:cNvPr>
          <p:cNvSpPr/>
          <p:nvPr/>
        </p:nvSpPr>
        <p:spPr>
          <a:xfrm>
            <a:off x="3657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7E7067E0-2BCC-42E7-BB9F-6647AAFD8876}"/>
              </a:ext>
            </a:extLst>
          </p:cNvPr>
          <p:cNvSpPr/>
          <p:nvPr/>
        </p:nvSpPr>
        <p:spPr>
          <a:xfrm>
            <a:off x="3657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DF895E04-6999-425C-80A6-66A83F870840}"/>
              </a:ext>
            </a:extLst>
          </p:cNvPr>
          <p:cNvSpPr/>
          <p:nvPr/>
        </p:nvSpPr>
        <p:spPr>
          <a:xfrm>
            <a:off x="3657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E926ABB6-FDCE-44EB-AEB2-725A415741B5}"/>
              </a:ext>
            </a:extLst>
          </p:cNvPr>
          <p:cNvSpPr/>
          <p:nvPr/>
        </p:nvSpPr>
        <p:spPr>
          <a:xfrm>
            <a:off x="3657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357B8A4-0914-4886-98FB-93A11E452DD2}"/>
              </a:ext>
            </a:extLst>
          </p:cNvPr>
          <p:cNvSpPr/>
          <p:nvPr/>
        </p:nvSpPr>
        <p:spPr>
          <a:xfrm>
            <a:off x="3657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806C70D9-3D30-46EC-A66C-FF36E0213271}"/>
              </a:ext>
            </a:extLst>
          </p:cNvPr>
          <p:cNvSpPr/>
          <p:nvPr/>
        </p:nvSpPr>
        <p:spPr>
          <a:xfrm>
            <a:off x="3657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50B0BA31-4319-4327-8E09-3B08A237543D}"/>
              </a:ext>
            </a:extLst>
          </p:cNvPr>
          <p:cNvSpPr/>
          <p:nvPr/>
        </p:nvSpPr>
        <p:spPr>
          <a:xfrm>
            <a:off x="3886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39CC93C4-8C83-4BB5-B293-CAB1B9EF60D3}"/>
              </a:ext>
            </a:extLst>
          </p:cNvPr>
          <p:cNvSpPr/>
          <p:nvPr/>
        </p:nvSpPr>
        <p:spPr>
          <a:xfrm>
            <a:off x="3886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8FA44A60-C146-4ECD-89BF-B8C03F59DE1C}"/>
              </a:ext>
            </a:extLst>
          </p:cNvPr>
          <p:cNvSpPr/>
          <p:nvPr/>
        </p:nvSpPr>
        <p:spPr>
          <a:xfrm>
            <a:off x="3886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D8090A16-BD93-401E-A04A-A3A56EF7C1E4}"/>
              </a:ext>
            </a:extLst>
          </p:cNvPr>
          <p:cNvSpPr/>
          <p:nvPr/>
        </p:nvSpPr>
        <p:spPr>
          <a:xfrm>
            <a:off x="3886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BBD57D0F-8CDD-4DAF-BEA0-45F636D75434}"/>
              </a:ext>
            </a:extLst>
          </p:cNvPr>
          <p:cNvSpPr/>
          <p:nvPr/>
        </p:nvSpPr>
        <p:spPr>
          <a:xfrm>
            <a:off x="3886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22F71DB-64D2-4C9E-B84C-482C4BC73E68}"/>
              </a:ext>
            </a:extLst>
          </p:cNvPr>
          <p:cNvSpPr/>
          <p:nvPr/>
        </p:nvSpPr>
        <p:spPr>
          <a:xfrm>
            <a:off x="3886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62D3A049-5997-4769-9240-5F00F572ABAE}"/>
              </a:ext>
            </a:extLst>
          </p:cNvPr>
          <p:cNvSpPr/>
          <p:nvPr/>
        </p:nvSpPr>
        <p:spPr>
          <a:xfrm>
            <a:off x="3886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5510CD87-05A3-4126-AEC0-DE9789167A64}"/>
              </a:ext>
            </a:extLst>
          </p:cNvPr>
          <p:cNvSpPr/>
          <p:nvPr/>
        </p:nvSpPr>
        <p:spPr>
          <a:xfrm>
            <a:off x="3886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6A1077A5-6EDF-4F10-99AC-568831ABC012}"/>
              </a:ext>
            </a:extLst>
          </p:cNvPr>
          <p:cNvSpPr/>
          <p:nvPr/>
        </p:nvSpPr>
        <p:spPr>
          <a:xfrm>
            <a:off x="3886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3B8B7F46-6EC4-400A-BFBC-D02B585434B4}"/>
              </a:ext>
            </a:extLst>
          </p:cNvPr>
          <p:cNvSpPr/>
          <p:nvPr/>
        </p:nvSpPr>
        <p:spPr>
          <a:xfrm>
            <a:off x="3886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5019148E-35BD-4626-8CB7-CE93F0A94F51}"/>
              </a:ext>
            </a:extLst>
          </p:cNvPr>
          <p:cNvSpPr/>
          <p:nvPr/>
        </p:nvSpPr>
        <p:spPr>
          <a:xfrm>
            <a:off x="3886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D28CD4DF-7C09-4F1D-BF9E-A8B0E2762E6F}"/>
              </a:ext>
            </a:extLst>
          </p:cNvPr>
          <p:cNvSpPr/>
          <p:nvPr/>
        </p:nvSpPr>
        <p:spPr>
          <a:xfrm>
            <a:off x="3886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C2843287-A1E7-4E53-A4C4-549BB65A6DAB}"/>
              </a:ext>
            </a:extLst>
          </p:cNvPr>
          <p:cNvSpPr/>
          <p:nvPr/>
        </p:nvSpPr>
        <p:spPr>
          <a:xfrm>
            <a:off x="3886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F9CAF89B-C1D2-4557-9FAF-8A9F2687AE0A}"/>
              </a:ext>
            </a:extLst>
          </p:cNvPr>
          <p:cNvSpPr/>
          <p:nvPr/>
        </p:nvSpPr>
        <p:spPr>
          <a:xfrm>
            <a:off x="4114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349B9D61-1419-4F3A-A64C-3A03BCBE564C}"/>
              </a:ext>
            </a:extLst>
          </p:cNvPr>
          <p:cNvSpPr/>
          <p:nvPr/>
        </p:nvSpPr>
        <p:spPr>
          <a:xfrm>
            <a:off x="4114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C3D027BD-EF95-4C25-81B1-FC2BEB425998}"/>
              </a:ext>
            </a:extLst>
          </p:cNvPr>
          <p:cNvSpPr/>
          <p:nvPr/>
        </p:nvSpPr>
        <p:spPr>
          <a:xfrm>
            <a:off x="4114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77B69DAC-3AFA-4263-8998-3589CD847FE8}"/>
              </a:ext>
            </a:extLst>
          </p:cNvPr>
          <p:cNvSpPr/>
          <p:nvPr/>
        </p:nvSpPr>
        <p:spPr>
          <a:xfrm>
            <a:off x="4114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6D6CB438-503E-40C0-A86D-7801FC94C4FF}"/>
              </a:ext>
            </a:extLst>
          </p:cNvPr>
          <p:cNvSpPr/>
          <p:nvPr/>
        </p:nvSpPr>
        <p:spPr>
          <a:xfrm>
            <a:off x="4114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09E1522C-D836-413E-824F-E7039C49F03A}"/>
              </a:ext>
            </a:extLst>
          </p:cNvPr>
          <p:cNvSpPr/>
          <p:nvPr/>
        </p:nvSpPr>
        <p:spPr>
          <a:xfrm>
            <a:off x="4114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21B7E066-5C4D-4818-AD48-FF8DE61E6085}"/>
              </a:ext>
            </a:extLst>
          </p:cNvPr>
          <p:cNvSpPr/>
          <p:nvPr/>
        </p:nvSpPr>
        <p:spPr>
          <a:xfrm>
            <a:off x="4114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C6FB13D-979D-4421-A88E-547DEB958ED8}"/>
              </a:ext>
            </a:extLst>
          </p:cNvPr>
          <p:cNvSpPr/>
          <p:nvPr/>
        </p:nvSpPr>
        <p:spPr>
          <a:xfrm>
            <a:off x="4114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209BA2E3-6A0D-4262-BE6D-F48F5C7DA3A8}"/>
              </a:ext>
            </a:extLst>
          </p:cNvPr>
          <p:cNvSpPr/>
          <p:nvPr/>
        </p:nvSpPr>
        <p:spPr>
          <a:xfrm>
            <a:off x="4114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019CC0A0-916C-480D-A496-3EAF6379DA65}"/>
              </a:ext>
            </a:extLst>
          </p:cNvPr>
          <p:cNvSpPr/>
          <p:nvPr/>
        </p:nvSpPr>
        <p:spPr>
          <a:xfrm>
            <a:off x="4114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66A76782-8CE5-41A3-8B9D-6D647FD8F37D}"/>
              </a:ext>
            </a:extLst>
          </p:cNvPr>
          <p:cNvSpPr/>
          <p:nvPr/>
        </p:nvSpPr>
        <p:spPr>
          <a:xfrm>
            <a:off x="4114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BCD0FF0E-A21E-4A64-8748-8090448C9CF3}"/>
              </a:ext>
            </a:extLst>
          </p:cNvPr>
          <p:cNvSpPr/>
          <p:nvPr/>
        </p:nvSpPr>
        <p:spPr>
          <a:xfrm>
            <a:off x="4114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1B0E53BE-BD41-4287-9BE8-6F8BF9ABF469}"/>
              </a:ext>
            </a:extLst>
          </p:cNvPr>
          <p:cNvSpPr/>
          <p:nvPr/>
        </p:nvSpPr>
        <p:spPr>
          <a:xfrm>
            <a:off x="4114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6944F4B8-DD4C-483B-874F-9669D5590F6A}"/>
              </a:ext>
            </a:extLst>
          </p:cNvPr>
          <p:cNvSpPr/>
          <p:nvPr/>
        </p:nvSpPr>
        <p:spPr>
          <a:xfrm>
            <a:off x="43434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FB793A50-32B6-4AE1-8FD1-EBA91D4DEF0F}"/>
              </a:ext>
            </a:extLst>
          </p:cNvPr>
          <p:cNvSpPr/>
          <p:nvPr/>
        </p:nvSpPr>
        <p:spPr>
          <a:xfrm>
            <a:off x="43434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EA87154E-8886-44DA-B682-A4F5995948FF}"/>
              </a:ext>
            </a:extLst>
          </p:cNvPr>
          <p:cNvSpPr/>
          <p:nvPr/>
        </p:nvSpPr>
        <p:spPr>
          <a:xfrm>
            <a:off x="43434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5C456D96-E344-4935-9267-9265BD236F75}"/>
              </a:ext>
            </a:extLst>
          </p:cNvPr>
          <p:cNvSpPr/>
          <p:nvPr/>
        </p:nvSpPr>
        <p:spPr>
          <a:xfrm>
            <a:off x="43434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35E14661-CD1A-45EA-B371-908A962EA80A}"/>
              </a:ext>
            </a:extLst>
          </p:cNvPr>
          <p:cNvSpPr/>
          <p:nvPr/>
        </p:nvSpPr>
        <p:spPr>
          <a:xfrm>
            <a:off x="43434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B274E3DE-B187-4B49-ACFC-7B7ABEE52D65}"/>
              </a:ext>
            </a:extLst>
          </p:cNvPr>
          <p:cNvSpPr/>
          <p:nvPr/>
        </p:nvSpPr>
        <p:spPr>
          <a:xfrm>
            <a:off x="43434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00ACB7CD-8A78-474D-9AE6-8CAE06069E3C}"/>
              </a:ext>
            </a:extLst>
          </p:cNvPr>
          <p:cNvSpPr/>
          <p:nvPr/>
        </p:nvSpPr>
        <p:spPr>
          <a:xfrm>
            <a:off x="43434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F7E3C87D-C30E-47A2-8CD0-DF96EDB9BDDD}"/>
              </a:ext>
            </a:extLst>
          </p:cNvPr>
          <p:cNvSpPr/>
          <p:nvPr/>
        </p:nvSpPr>
        <p:spPr>
          <a:xfrm>
            <a:off x="43434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003B5986-CED0-4BE4-A6F9-950AB1707025}"/>
              </a:ext>
            </a:extLst>
          </p:cNvPr>
          <p:cNvSpPr/>
          <p:nvPr/>
        </p:nvSpPr>
        <p:spPr>
          <a:xfrm>
            <a:off x="43434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8C07F6E2-1497-41FE-A849-D1070C609FCB}"/>
              </a:ext>
            </a:extLst>
          </p:cNvPr>
          <p:cNvSpPr/>
          <p:nvPr/>
        </p:nvSpPr>
        <p:spPr>
          <a:xfrm>
            <a:off x="43434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2FB4CB67-D227-4218-9836-4A5362DEE3B2}"/>
              </a:ext>
            </a:extLst>
          </p:cNvPr>
          <p:cNvSpPr/>
          <p:nvPr/>
        </p:nvSpPr>
        <p:spPr>
          <a:xfrm>
            <a:off x="43434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43CC8B3B-08A0-4675-B375-A508CC278028}"/>
              </a:ext>
            </a:extLst>
          </p:cNvPr>
          <p:cNvSpPr/>
          <p:nvPr/>
        </p:nvSpPr>
        <p:spPr>
          <a:xfrm>
            <a:off x="43434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41049DDF-A3CB-46CD-B702-BD1BDE979B71}"/>
              </a:ext>
            </a:extLst>
          </p:cNvPr>
          <p:cNvSpPr/>
          <p:nvPr/>
        </p:nvSpPr>
        <p:spPr>
          <a:xfrm>
            <a:off x="43434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56086AFA-39CF-4751-8D89-CD1B99B9DC01}"/>
              </a:ext>
            </a:extLst>
          </p:cNvPr>
          <p:cNvSpPr/>
          <p:nvPr/>
        </p:nvSpPr>
        <p:spPr>
          <a:xfrm>
            <a:off x="45720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75042195-8C34-4114-9784-8845EBE7EDD9}"/>
              </a:ext>
            </a:extLst>
          </p:cNvPr>
          <p:cNvSpPr/>
          <p:nvPr/>
        </p:nvSpPr>
        <p:spPr>
          <a:xfrm>
            <a:off x="45720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E7C51605-964B-4DBC-B230-CE7091F0E5ED}"/>
              </a:ext>
            </a:extLst>
          </p:cNvPr>
          <p:cNvSpPr/>
          <p:nvPr/>
        </p:nvSpPr>
        <p:spPr>
          <a:xfrm>
            <a:off x="45720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63E480E6-1499-4A95-8B66-4D929EA9D2D8}"/>
              </a:ext>
            </a:extLst>
          </p:cNvPr>
          <p:cNvSpPr/>
          <p:nvPr/>
        </p:nvSpPr>
        <p:spPr>
          <a:xfrm>
            <a:off x="45720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4D07971-9B77-430E-BCB0-757A9A5135DA}"/>
              </a:ext>
            </a:extLst>
          </p:cNvPr>
          <p:cNvSpPr/>
          <p:nvPr/>
        </p:nvSpPr>
        <p:spPr>
          <a:xfrm>
            <a:off x="45720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2E40BCA0-48BC-44DC-BDFA-83E0DCB193D7}"/>
              </a:ext>
            </a:extLst>
          </p:cNvPr>
          <p:cNvSpPr/>
          <p:nvPr/>
        </p:nvSpPr>
        <p:spPr>
          <a:xfrm>
            <a:off x="45720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51953C00-98C7-4FDB-A5F9-C58BE8C25866}"/>
              </a:ext>
            </a:extLst>
          </p:cNvPr>
          <p:cNvSpPr/>
          <p:nvPr/>
        </p:nvSpPr>
        <p:spPr>
          <a:xfrm>
            <a:off x="45720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53E8EF1E-5F9B-4FC1-9277-A8C88F9BF2CF}"/>
              </a:ext>
            </a:extLst>
          </p:cNvPr>
          <p:cNvSpPr/>
          <p:nvPr/>
        </p:nvSpPr>
        <p:spPr>
          <a:xfrm>
            <a:off x="45720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C19FEAC9-7E8C-4D0F-BDFE-2D309CC4C416}"/>
              </a:ext>
            </a:extLst>
          </p:cNvPr>
          <p:cNvSpPr/>
          <p:nvPr/>
        </p:nvSpPr>
        <p:spPr>
          <a:xfrm>
            <a:off x="45720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5B724B69-01C1-4581-A950-A5BA23E28ACB}"/>
              </a:ext>
            </a:extLst>
          </p:cNvPr>
          <p:cNvSpPr/>
          <p:nvPr/>
        </p:nvSpPr>
        <p:spPr>
          <a:xfrm>
            <a:off x="45720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B537021B-11BD-4206-BE3D-647B969DDDF9}"/>
              </a:ext>
            </a:extLst>
          </p:cNvPr>
          <p:cNvSpPr/>
          <p:nvPr/>
        </p:nvSpPr>
        <p:spPr>
          <a:xfrm>
            <a:off x="45720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111058E-3DA1-45A8-8A48-346FFC8AE80F}"/>
              </a:ext>
            </a:extLst>
          </p:cNvPr>
          <p:cNvSpPr/>
          <p:nvPr/>
        </p:nvSpPr>
        <p:spPr>
          <a:xfrm>
            <a:off x="45720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AD5175F6-A84F-434B-B7A2-92B720E01E8A}"/>
              </a:ext>
            </a:extLst>
          </p:cNvPr>
          <p:cNvSpPr/>
          <p:nvPr/>
        </p:nvSpPr>
        <p:spPr>
          <a:xfrm>
            <a:off x="45720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AB780229-6398-44CA-9500-006B836D4045}"/>
              </a:ext>
            </a:extLst>
          </p:cNvPr>
          <p:cNvSpPr/>
          <p:nvPr/>
        </p:nvSpPr>
        <p:spPr>
          <a:xfrm>
            <a:off x="48006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A33F7515-5654-437D-85F1-1755771E3470}"/>
              </a:ext>
            </a:extLst>
          </p:cNvPr>
          <p:cNvSpPr/>
          <p:nvPr/>
        </p:nvSpPr>
        <p:spPr>
          <a:xfrm>
            <a:off x="48006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42B3362-C69C-4387-ADEC-3EE7FBC04E86}"/>
              </a:ext>
            </a:extLst>
          </p:cNvPr>
          <p:cNvSpPr/>
          <p:nvPr/>
        </p:nvSpPr>
        <p:spPr>
          <a:xfrm>
            <a:off x="48006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CC656AF4-C5D0-46B7-9EC8-072CC7567522}"/>
              </a:ext>
            </a:extLst>
          </p:cNvPr>
          <p:cNvSpPr/>
          <p:nvPr/>
        </p:nvSpPr>
        <p:spPr>
          <a:xfrm>
            <a:off x="48006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A3E26C06-BA85-4899-B265-4200A4235F79}"/>
              </a:ext>
            </a:extLst>
          </p:cNvPr>
          <p:cNvSpPr/>
          <p:nvPr/>
        </p:nvSpPr>
        <p:spPr>
          <a:xfrm>
            <a:off x="48006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81794EB7-FFDA-4588-82DE-8299990261ED}"/>
              </a:ext>
            </a:extLst>
          </p:cNvPr>
          <p:cNvSpPr/>
          <p:nvPr/>
        </p:nvSpPr>
        <p:spPr>
          <a:xfrm>
            <a:off x="48006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8C859D2B-F172-4ED5-B744-6A810F8AD470}"/>
              </a:ext>
            </a:extLst>
          </p:cNvPr>
          <p:cNvSpPr/>
          <p:nvPr/>
        </p:nvSpPr>
        <p:spPr>
          <a:xfrm>
            <a:off x="48006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E76B326C-E952-4B2E-9466-993643702187}"/>
              </a:ext>
            </a:extLst>
          </p:cNvPr>
          <p:cNvSpPr/>
          <p:nvPr/>
        </p:nvSpPr>
        <p:spPr>
          <a:xfrm>
            <a:off x="48006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6C3D799-C702-4E4B-A3DC-192A323256CF}"/>
              </a:ext>
            </a:extLst>
          </p:cNvPr>
          <p:cNvSpPr/>
          <p:nvPr/>
        </p:nvSpPr>
        <p:spPr>
          <a:xfrm>
            <a:off x="48006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57203C02-5AA5-4503-9B22-CF9347369AE0}"/>
              </a:ext>
            </a:extLst>
          </p:cNvPr>
          <p:cNvSpPr/>
          <p:nvPr/>
        </p:nvSpPr>
        <p:spPr>
          <a:xfrm>
            <a:off x="48006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7464E95-3C30-4503-9771-51DAFB533D72}"/>
              </a:ext>
            </a:extLst>
          </p:cNvPr>
          <p:cNvSpPr/>
          <p:nvPr/>
        </p:nvSpPr>
        <p:spPr>
          <a:xfrm>
            <a:off x="48006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F3EFF5E4-EC64-4F3E-9151-EF20492B4B01}"/>
              </a:ext>
            </a:extLst>
          </p:cNvPr>
          <p:cNvSpPr/>
          <p:nvPr/>
        </p:nvSpPr>
        <p:spPr>
          <a:xfrm>
            <a:off x="48006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D260420E-BBC9-43C4-869E-A96F6F7135BC}"/>
              </a:ext>
            </a:extLst>
          </p:cNvPr>
          <p:cNvSpPr/>
          <p:nvPr/>
        </p:nvSpPr>
        <p:spPr>
          <a:xfrm>
            <a:off x="48006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018936F1-9EF6-4848-8975-D0C4042CB837}"/>
              </a:ext>
            </a:extLst>
          </p:cNvPr>
          <p:cNvSpPr/>
          <p:nvPr/>
        </p:nvSpPr>
        <p:spPr>
          <a:xfrm>
            <a:off x="50292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0D9DF62-4D6C-4177-9A86-7A727B63BF15}"/>
              </a:ext>
            </a:extLst>
          </p:cNvPr>
          <p:cNvSpPr/>
          <p:nvPr/>
        </p:nvSpPr>
        <p:spPr>
          <a:xfrm>
            <a:off x="50292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BB915EBF-D6DD-4167-98D0-A0A55C30E605}"/>
              </a:ext>
            </a:extLst>
          </p:cNvPr>
          <p:cNvSpPr/>
          <p:nvPr/>
        </p:nvSpPr>
        <p:spPr>
          <a:xfrm>
            <a:off x="50292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5A7622C7-6AA8-49DC-9813-A6EDE9A5B2EE}"/>
              </a:ext>
            </a:extLst>
          </p:cNvPr>
          <p:cNvSpPr/>
          <p:nvPr/>
        </p:nvSpPr>
        <p:spPr>
          <a:xfrm>
            <a:off x="50292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3AAA4FC2-FD75-4F35-A57D-160E6A23C365}"/>
              </a:ext>
            </a:extLst>
          </p:cNvPr>
          <p:cNvSpPr/>
          <p:nvPr/>
        </p:nvSpPr>
        <p:spPr>
          <a:xfrm>
            <a:off x="50292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29F22DAD-55AF-4D29-A6EA-851616271016}"/>
              </a:ext>
            </a:extLst>
          </p:cNvPr>
          <p:cNvSpPr/>
          <p:nvPr/>
        </p:nvSpPr>
        <p:spPr>
          <a:xfrm>
            <a:off x="50292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E49F1AA-8138-49EF-9A8F-D3F1FAF39C94}"/>
              </a:ext>
            </a:extLst>
          </p:cNvPr>
          <p:cNvSpPr/>
          <p:nvPr/>
        </p:nvSpPr>
        <p:spPr>
          <a:xfrm>
            <a:off x="50292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69B3F368-C3F4-40D6-B888-013E07A34E32}"/>
              </a:ext>
            </a:extLst>
          </p:cNvPr>
          <p:cNvSpPr/>
          <p:nvPr/>
        </p:nvSpPr>
        <p:spPr>
          <a:xfrm>
            <a:off x="50292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AF23371-7419-42D1-AA06-71F3C05286F3}"/>
              </a:ext>
            </a:extLst>
          </p:cNvPr>
          <p:cNvSpPr/>
          <p:nvPr/>
        </p:nvSpPr>
        <p:spPr>
          <a:xfrm>
            <a:off x="50292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92D4F2D1-923A-4B19-977E-7D5916B19712}"/>
              </a:ext>
            </a:extLst>
          </p:cNvPr>
          <p:cNvSpPr/>
          <p:nvPr/>
        </p:nvSpPr>
        <p:spPr>
          <a:xfrm>
            <a:off x="50292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B50CF2DA-D1A7-4528-982C-0D3ED88573D1}"/>
              </a:ext>
            </a:extLst>
          </p:cNvPr>
          <p:cNvSpPr/>
          <p:nvPr/>
        </p:nvSpPr>
        <p:spPr>
          <a:xfrm>
            <a:off x="50292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ED687662-B308-4760-9B78-E7B9B65E25D8}"/>
              </a:ext>
            </a:extLst>
          </p:cNvPr>
          <p:cNvSpPr/>
          <p:nvPr/>
        </p:nvSpPr>
        <p:spPr>
          <a:xfrm>
            <a:off x="50292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445A2FF3-9446-4D62-9041-AEDCE1815954}"/>
              </a:ext>
            </a:extLst>
          </p:cNvPr>
          <p:cNvSpPr/>
          <p:nvPr/>
        </p:nvSpPr>
        <p:spPr>
          <a:xfrm>
            <a:off x="50292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2C7A50C1-5FF0-4644-A224-60E0364B38FD}"/>
              </a:ext>
            </a:extLst>
          </p:cNvPr>
          <p:cNvSpPr/>
          <p:nvPr/>
        </p:nvSpPr>
        <p:spPr>
          <a:xfrm>
            <a:off x="5257800" y="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51A741E8-D748-485D-8BF8-61B4BAB2CFE5}"/>
              </a:ext>
            </a:extLst>
          </p:cNvPr>
          <p:cNvSpPr/>
          <p:nvPr/>
        </p:nvSpPr>
        <p:spPr>
          <a:xfrm>
            <a:off x="5257800" y="228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CD8500BA-9C0D-4A77-A39A-B4DA7BD45906}"/>
              </a:ext>
            </a:extLst>
          </p:cNvPr>
          <p:cNvSpPr/>
          <p:nvPr/>
        </p:nvSpPr>
        <p:spPr>
          <a:xfrm>
            <a:off x="5257800" y="457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579F5889-52E0-4569-844D-D0F1812A8FA7}"/>
              </a:ext>
            </a:extLst>
          </p:cNvPr>
          <p:cNvSpPr/>
          <p:nvPr/>
        </p:nvSpPr>
        <p:spPr>
          <a:xfrm>
            <a:off x="5257800" y="685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F1EAF21A-3A09-4A59-A383-5EE2F778DA38}"/>
              </a:ext>
            </a:extLst>
          </p:cNvPr>
          <p:cNvSpPr/>
          <p:nvPr/>
        </p:nvSpPr>
        <p:spPr>
          <a:xfrm>
            <a:off x="5257800" y="914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B5EDBE2B-A375-4947-93CE-8A1172C8A808}"/>
              </a:ext>
            </a:extLst>
          </p:cNvPr>
          <p:cNvSpPr/>
          <p:nvPr/>
        </p:nvSpPr>
        <p:spPr>
          <a:xfrm>
            <a:off x="5257800" y="1143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A288BD88-0D74-4119-BC77-3ACB7CA2F08C}"/>
              </a:ext>
            </a:extLst>
          </p:cNvPr>
          <p:cNvSpPr/>
          <p:nvPr/>
        </p:nvSpPr>
        <p:spPr>
          <a:xfrm>
            <a:off x="5257800" y="1371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40999D64-D803-46B5-9566-8F3FB50EE172}"/>
              </a:ext>
            </a:extLst>
          </p:cNvPr>
          <p:cNvSpPr/>
          <p:nvPr/>
        </p:nvSpPr>
        <p:spPr>
          <a:xfrm>
            <a:off x="5257800" y="1600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2895C327-E6D7-415D-85C3-76698C60B3CC}"/>
              </a:ext>
            </a:extLst>
          </p:cNvPr>
          <p:cNvSpPr/>
          <p:nvPr/>
        </p:nvSpPr>
        <p:spPr>
          <a:xfrm>
            <a:off x="5257800" y="18288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0337911F-3F46-46FD-AAFE-0C3FCBE68AE0}"/>
              </a:ext>
            </a:extLst>
          </p:cNvPr>
          <p:cNvSpPr/>
          <p:nvPr/>
        </p:nvSpPr>
        <p:spPr>
          <a:xfrm>
            <a:off x="5257800" y="20574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3CC4F551-B986-4937-B561-B769A57E600D}"/>
              </a:ext>
            </a:extLst>
          </p:cNvPr>
          <p:cNvSpPr/>
          <p:nvPr/>
        </p:nvSpPr>
        <p:spPr>
          <a:xfrm>
            <a:off x="5257800" y="22860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DCB403E0-C633-46B6-A56E-F9B37A426641}"/>
              </a:ext>
            </a:extLst>
          </p:cNvPr>
          <p:cNvSpPr/>
          <p:nvPr/>
        </p:nvSpPr>
        <p:spPr>
          <a:xfrm>
            <a:off x="5257800" y="25146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AD568BAD-AD0D-4819-96E3-72F674A10462}"/>
              </a:ext>
            </a:extLst>
          </p:cNvPr>
          <p:cNvSpPr/>
          <p:nvPr/>
        </p:nvSpPr>
        <p:spPr>
          <a:xfrm>
            <a:off x="5257800" y="2743200"/>
            <a:ext cx="28575" cy="28575"/>
          </a:xfrm>
          <a:prstGeom prst="ellipse">
            <a:avLst/>
          </a:prstGeom>
          <a:solidFill>
            <a:srgbClr val="0080D2">
              <a:alpha val="45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EBBD7B39-2693-410C-855C-9928FA179CCA}"/>
              </a:ext>
            </a:extLst>
          </p:cNvPr>
          <p:cNvSpPr/>
          <p:nvPr/>
        </p:nvSpPr>
        <p:spPr>
          <a:xfrm>
            <a:off x="13716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8DFC4110-8EBF-4FFA-8548-FDE5527272AB}"/>
              </a:ext>
            </a:extLst>
          </p:cNvPr>
          <p:cNvSpPr/>
          <p:nvPr/>
        </p:nvSpPr>
        <p:spPr>
          <a:xfrm>
            <a:off x="13716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0CAB540B-F3A4-4430-8B2B-EE36955009AD}"/>
              </a:ext>
            </a:extLst>
          </p:cNvPr>
          <p:cNvSpPr/>
          <p:nvPr/>
        </p:nvSpPr>
        <p:spPr>
          <a:xfrm>
            <a:off x="13716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9FF6D4C9-4461-41D8-BD74-E35312D4F07D}"/>
              </a:ext>
            </a:extLst>
          </p:cNvPr>
          <p:cNvSpPr/>
          <p:nvPr/>
        </p:nvSpPr>
        <p:spPr>
          <a:xfrm>
            <a:off x="13716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2217C34B-30AF-4676-87C9-D5927B215F00}"/>
              </a:ext>
            </a:extLst>
          </p:cNvPr>
          <p:cNvSpPr/>
          <p:nvPr/>
        </p:nvSpPr>
        <p:spPr>
          <a:xfrm>
            <a:off x="13716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7942EFE9-0083-4229-9F31-691C3D322FFF}"/>
              </a:ext>
            </a:extLst>
          </p:cNvPr>
          <p:cNvSpPr/>
          <p:nvPr/>
        </p:nvSpPr>
        <p:spPr>
          <a:xfrm>
            <a:off x="13716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F9CEBC0-5D3D-46F7-96E4-526B06F43164}"/>
              </a:ext>
            </a:extLst>
          </p:cNvPr>
          <p:cNvSpPr/>
          <p:nvPr/>
        </p:nvSpPr>
        <p:spPr>
          <a:xfrm>
            <a:off x="13716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F2D754AC-D817-436B-8FD2-752A223DD361}"/>
              </a:ext>
            </a:extLst>
          </p:cNvPr>
          <p:cNvSpPr/>
          <p:nvPr/>
        </p:nvSpPr>
        <p:spPr>
          <a:xfrm>
            <a:off x="13716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ABDFFE88-463D-432D-ABFE-96C44A399E62}"/>
              </a:ext>
            </a:extLst>
          </p:cNvPr>
          <p:cNvSpPr/>
          <p:nvPr/>
        </p:nvSpPr>
        <p:spPr>
          <a:xfrm>
            <a:off x="13716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D4C6AED4-7480-4DFF-B553-6459BF377ED1}"/>
              </a:ext>
            </a:extLst>
          </p:cNvPr>
          <p:cNvSpPr/>
          <p:nvPr/>
        </p:nvSpPr>
        <p:spPr>
          <a:xfrm>
            <a:off x="13716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D426156B-5A4D-47CF-A980-41DE6AC0BC3F}"/>
              </a:ext>
            </a:extLst>
          </p:cNvPr>
          <p:cNvSpPr/>
          <p:nvPr/>
        </p:nvSpPr>
        <p:spPr>
          <a:xfrm>
            <a:off x="13716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617C3319-67B7-4DCD-AD29-60309F508EE5}"/>
              </a:ext>
            </a:extLst>
          </p:cNvPr>
          <p:cNvSpPr/>
          <p:nvPr/>
        </p:nvSpPr>
        <p:spPr>
          <a:xfrm>
            <a:off x="13716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83D9E6AE-FB9F-4ED3-9955-D3FE059ED7F4}"/>
              </a:ext>
            </a:extLst>
          </p:cNvPr>
          <p:cNvSpPr/>
          <p:nvPr/>
        </p:nvSpPr>
        <p:spPr>
          <a:xfrm>
            <a:off x="13716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1C66ED80-FCFE-49BD-A398-56158552505A}"/>
              </a:ext>
            </a:extLst>
          </p:cNvPr>
          <p:cNvSpPr/>
          <p:nvPr/>
        </p:nvSpPr>
        <p:spPr>
          <a:xfrm>
            <a:off x="13944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958DC47C-8AF6-4C40-BF12-E22BEA04830A}"/>
              </a:ext>
            </a:extLst>
          </p:cNvPr>
          <p:cNvSpPr/>
          <p:nvPr/>
        </p:nvSpPr>
        <p:spPr>
          <a:xfrm>
            <a:off x="13944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86168FCC-A277-436E-9918-3FFDEA90F45C}"/>
              </a:ext>
            </a:extLst>
          </p:cNvPr>
          <p:cNvSpPr/>
          <p:nvPr/>
        </p:nvSpPr>
        <p:spPr>
          <a:xfrm>
            <a:off x="13944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5E9CC05E-FF9A-4F6B-B578-0675995E45A8}"/>
              </a:ext>
            </a:extLst>
          </p:cNvPr>
          <p:cNvSpPr/>
          <p:nvPr/>
        </p:nvSpPr>
        <p:spPr>
          <a:xfrm>
            <a:off x="13944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D84863DA-8659-4952-AF37-726645EAB0AE}"/>
              </a:ext>
            </a:extLst>
          </p:cNvPr>
          <p:cNvSpPr/>
          <p:nvPr/>
        </p:nvSpPr>
        <p:spPr>
          <a:xfrm>
            <a:off x="13944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743EC60F-0E98-4C5E-8EB0-52B598C7E5CE}"/>
              </a:ext>
            </a:extLst>
          </p:cNvPr>
          <p:cNvSpPr/>
          <p:nvPr/>
        </p:nvSpPr>
        <p:spPr>
          <a:xfrm>
            <a:off x="13944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F6E7DF28-BBD0-4B7F-BB14-8C923D1E0199}"/>
              </a:ext>
            </a:extLst>
          </p:cNvPr>
          <p:cNvSpPr/>
          <p:nvPr/>
        </p:nvSpPr>
        <p:spPr>
          <a:xfrm>
            <a:off x="13944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1393F655-4C85-41B1-96EF-2CF85A86F198}"/>
              </a:ext>
            </a:extLst>
          </p:cNvPr>
          <p:cNvSpPr/>
          <p:nvPr/>
        </p:nvSpPr>
        <p:spPr>
          <a:xfrm>
            <a:off x="13944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689D923E-EBDB-4A2A-A082-C42389F9BBA3}"/>
              </a:ext>
            </a:extLst>
          </p:cNvPr>
          <p:cNvSpPr/>
          <p:nvPr/>
        </p:nvSpPr>
        <p:spPr>
          <a:xfrm>
            <a:off x="13944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09588A3C-87AF-438C-89C4-7580F823340C}"/>
              </a:ext>
            </a:extLst>
          </p:cNvPr>
          <p:cNvSpPr/>
          <p:nvPr/>
        </p:nvSpPr>
        <p:spPr>
          <a:xfrm>
            <a:off x="13944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4471B91B-1A93-46F9-A886-342B21A682B9}"/>
              </a:ext>
            </a:extLst>
          </p:cNvPr>
          <p:cNvSpPr/>
          <p:nvPr/>
        </p:nvSpPr>
        <p:spPr>
          <a:xfrm>
            <a:off x="13944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C09F311A-9714-4A9A-B753-8176026D3772}"/>
              </a:ext>
            </a:extLst>
          </p:cNvPr>
          <p:cNvSpPr/>
          <p:nvPr/>
        </p:nvSpPr>
        <p:spPr>
          <a:xfrm>
            <a:off x="13944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62224C00-DADC-44F1-9780-7580D6D0866B}"/>
              </a:ext>
            </a:extLst>
          </p:cNvPr>
          <p:cNvSpPr/>
          <p:nvPr/>
        </p:nvSpPr>
        <p:spPr>
          <a:xfrm>
            <a:off x="13944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CD5DBB00-702F-48ED-BD2E-3C5FDB510AAD}"/>
              </a:ext>
            </a:extLst>
          </p:cNvPr>
          <p:cNvSpPr/>
          <p:nvPr/>
        </p:nvSpPr>
        <p:spPr>
          <a:xfrm>
            <a:off x="14173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C4CA6795-C0C3-4364-A3ED-5EF8E816F5B2}"/>
              </a:ext>
            </a:extLst>
          </p:cNvPr>
          <p:cNvSpPr/>
          <p:nvPr/>
        </p:nvSpPr>
        <p:spPr>
          <a:xfrm>
            <a:off x="14173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40B6990E-AA7C-42C7-89C4-41654D41F6E0}"/>
              </a:ext>
            </a:extLst>
          </p:cNvPr>
          <p:cNvSpPr/>
          <p:nvPr/>
        </p:nvSpPr>
        <p:spPr>
          <a:xfrm>
            <a:off x="14173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87A30070-1CD2-4EEA-AADD-5A2B7BF4D90F}"/>
              </a:ext>
            </a:extLst>
          </p:cNvPr>
          <p:cNvSpPr/>
          <p:nvPr/>
        </p:nvSpPr>
        <p:spPr>
          <a:xfrm>
            <a:off x="14173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AD5807BE-8F7C-434A-9D82-7168E569E3A5}"/>
              </a:ext>
            </a:extLst>
          </p:cNvPr>
          <p:cNvSpPr/>
          <p:nvPr/>
        </p:nvSpPr>
        <p:spPr>
          <a:xfrm>
            <a:off x="14173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CE6766DB-D0F3-40F1-A11B-1DF4EF3E416C}"/>
              </a:ext>
            </a:extLst>
          </p:cNvPr>
          <p:cNvSpPr/>
          <p:nvPr/>
        </p:nvSpPr>
        <p:spPr>
          <a:xfrm>
            <a:off x="14173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A8892A31-024A-40ED-92FC-06F2482FE0F3}"/>
              </a:ext>
            </a:extLst>
          </p:cNvPr>
          <p:cNvSpPr/>
          <p:nvPr/>
        </p:nvSpPr>
        <p:spPr>
          <a:xfrm>
            <a:off x="14173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77A62C68-AF88-4A4B-9939-4B3CB5B0D702}"/>
              </a:ext>
            </a:extLst>
          </p:cNvPr>
          <p:cNvSpPr/>
          <p:nvPr/>
        </p:nvSpPr>
        <p:spPr>
          <a:xfrm>
            <a:off x="14173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3727FD7E-EE64-4F86-B606-92B282190F25}"/>
              </a:ext>
            </a:extLst>
          </p:cNvPr>
          <p:cNvSpPr/>
          <p:nvPr/>
        </p:nvSpPr>
        <p:spPr>
          <a:xfrm>
            <a:off x="14173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72A2D37F-4122-4412-9F93-344ED24CE030}"/>
              </a:ext>
            </a:extLst>
          </p:cNvPr>
          <p:cNvSpPr/>
          <p:nvPr/>
        </p:nvSpPr>
        <p:spPr>
          <a:xfrm>
            <a:off x="14173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C491FFA3-EBD3-4480-BC51-0D645A9FD644}"/>
              </a:ext>
            </a:extLst>
          </p:cNvPr>
          <p:cNvSpPr/>
          <p:nvPr/>
        </p:nvSpPr>
        <p:spPr>
          <a:xfrm>
            <a:off x="14173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C168423B-BAFD-49ED-B564-00723CEEA66F}"/>
              </a:ext>
            </a:extLst>
          </p:cNvPr>
          <p:cNvSpPr/>
          <p:nvPr/>
        </p:nvSpPr>
        <p:spPr>
          <a:xfrm>
            <a:off x="14173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C7ADB879-32DD-4BA5-AC5D-93FFAC5910CF}"/>
              </a:ext>
            </a:extLst>
          </p:cNvPr>
          <p:cNvSpPr/>
          <p:nvPr/>
        </p:nvSpPr>
        <p:spPr>
          <a:xfrm>
            <a:off x="14173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83EE7B0B-CACD-4C34-89DF-EBAD9EE91076}"/>
              </a:ext>
            </a:extLst>
          </p:cNvPr>
          <p:cNvSpPr/>
          <p:nvPr/>
        </p:nvSpPr>
        <p:spPr>
          <a:xfrm>
            <a:off x="14401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3C6E7C30-917E-449F-82ED-CE800F3E694A}"/>
              </a:ext>
            </a:extLst>
          </p:cNvPr>
          <p:cNvSpPr/>
          <p:nvPr/>
        </p:nvSpPr>
        <p:spPr>
          <a:xfrm>
            <a:off x="14401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99C06F8C-341C-4CF5-9813-26D3D9906AA6}"/>
              </a:ext>
            </a:extLst>
          </p:cNvPr>
          <p:cNvSpPr/>
          <p:nvPr/>
        </p:nvSpPr>
        <p:spPr>
          <a:xfrm>
            <a:off x="14401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C267FF21-837B-47F6-A663-EE4468586099}"/>
              </a:ext>
            </a:extLst>
          </p:cNvPr>
          <p:cNvSpPr/>
          <p:nvPr/>
        </p:nvSpPr>
        <p:spPr>
          <a:xfrm>
            <a:off x="14401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930F4124-9BA6-49CA-AFBE-D19DA9668EF5}"/>
              </a:ext>
            </a:extLst>
          </p:cNvPr>
          <p:cNvSpPr/>
          <p:nvPr/>
        </p:nvSpPr>
        <p:spPr>
          <a:xfrm>
            <a:off x="14401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2589F628-C5E0-45DF-A0D0-27030158FF0E}"/>
              </a:ext>
            </a:extLst>
          </p:cNvPr>
          <p:cNvSpPr/>
          <p:nvPr/>
        </p:nvSpPr>
        <p:spPr>
          <a:xfrm>
            <a:off x="14401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E6F25ADA-0CC7-4B5C-9D59-F3CDC4D4583F}"/>
              </a:ext>
            </a:extLst>
          </p:cNvPr>
          <p:cNvSpPr/>
          <p:nvPr/>
        </p:nvSpPr>
        <p:spPr>
          <a:xfrm>
            <a:off x="14401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3AE98003-9494-4B20-86D6-F909E7E827FB}"/>
              </a:ext>
            </a:extLst>
          </p:cNvPr>
          <p:cNvSpPr/>
          <p:nvPr/>
        </p:nvSpPr>
        <p:spPr>
          <a:xfrm>
            <a:off x="14401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0FDF4BAA-B333-4B87-B480-6855D0F4F29E}"/>
              </a:ext>
            </a:extLst>
          </p:cNvPr>
          <p:cNvSpPr/>
          <p:nvPr/>
        </p:nvSpPr>
        <p:spPr>
          <a:xfrm>
            <a:off x="14401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061F1E1B-8E7B-45CE-B9C3-C9E56B74267B}"/>
              </a:ext>
            </a:extLst>
          </p:cNvPr>
          <p:cNvSpPr/>
          <p:nvPr/>
        </p:nvSpPr>
        <p:spPr>
          <a:xfrm>
            <a:off x="14401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A3349AF2-DA40-4F87-B332-464CF10CF93A}"/>
              </a:ext>
            </a:extLst>
          </p:cNvPr>
          <p:cNvSpPr/>
          <p:nvPr/>
        </p:nvSpPr>
        <p:spPr>
          <a:xfrm>
            <a:off x="14401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8121D68B-A38E-4463-89AD-1E74336197CE}"/>
              </a:ext>
            </a:extLst>
          </p:cNvPr>
          <p:cNvSpPr/>
          <p:nvPr/>
        </p:nvSpPr>
        <p:spPr>
          <a:xfrm>
            <a:off x="14401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C2838EAE-126F-46A9-9340-D79DCDA64745}"/>
              </a:ext>
            </a:extLst>
          </p:cNvPr>
          <p:cNvSpPr/>
          <p:nvPr/>
        </p:nvSpPr>
        <p:spPr>
          <a:xfrm>
            <a:off x="14401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5410115E-84C8-4EB6-B544-6FC2423EA89D}"/>
              </a:ext>
            </a:extLst>
          </p:cNvPr>
          <p:cNvSpPr/>
          <p:nvPr/>
        </p:nvSpPr>
        <p:spPr>
          <a:xfrm>
            <a:off x="14630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6099739A-8DA9-4A30-A8BE-E5498489D3A9}"/>
              </a:ext>
            </a:extLst>
          </p:cNvPr>
          <p:cNvSpPr/>
          <p:nvPr/>
        </p:nvSpPr>
        <p:spPr>
          <a:xfrm>
            <a:off x="14630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4E6311A-A54E-44AD-8E66-67D538ADDD1F}"/>
              </a:ext>
            </a:extLst>
          </p:cNvPr>
          <p:cNvSpPr/>
          <p:nvPr/>
        </p:nvSpPr>
        <p:spPr>
          <a:xfrm>
            <a:off x="14630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B2438E6E-FEDB-4F5F-B9DF-97D73548F6DA}"/>
              </a:ext>
            </a:extLst>
          </p:cNvPr>
          <p:cNvSpPr/>
          <p:nvPr/>
        </p:nvSpPr>
        <p:spPr>
          <a:xfrm>
            <a:off x="14630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7422D991-926D-487F-8244-E1C90AE5BDCF}"/>
              </a:ext>
            </a:extLst>
          </p:cNvPr>
          <p:cNvSpPr/>
          <p:nvPr/>
        </p:nvSpPr>
        <p:spPr>
          <a:xfrm>
            <a:off x="14630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9DF68F3-7D49-495B-9616-F9CE6AF06BA7}"/>
              </a:ext>
            </a:extLst>
          </p:cNvPr>
          <p:cNvSpPr/>
          <p:nvPr/>
        </p:nvSpPr>
        <p:spPr>
          <a:xfrm>
            <a:off x="14630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8CE6E010-769F-4E28-963B-C18F740DFEA1}"/>
              </a:ext>
            </a:extLst>
          </p:cNvPr>
          <p:cNvSpPr/>
          <p:nvPr/>
        </p:nvSpPr>
        <p:spPr>
          <a:xfrm>
            <a:off x="14630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1EA1D74-2F6E-4565-8F59-F95CA1EAE4A3}"/>
              </a:ext>
            </a:extLst>
          </p:cNvPr>
          <p:cNvSpPr/>
          <p:nvPr/>
        </p:nvSpPr>
        <p:spPr>
          <a:xfrm>
            <a:off x="14630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DC3A57B4-287D-4380-ABE8-9514D25B9C3B}"/>
              </a:ext>
            </a:extLst>
          </p:cNvPr>
          <p:cNvSpPr/>
          <p:nvPr/>
        </p:nvSpPr>
        <p:spPr>
          <a:xfrm>
            <a:off x="14630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6B086E9F-93CF-4B36-B006-A5CD632FDEDB}"/>
              </a:ext>
            </a:extLst>
          </p:cNvPr>
          <p:cNvSpPr/>
          <p:nvPr/>
        </p:nvSpPr>
        <p:spPr>
          <a:xfrm>
            <a:off x="14630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57E68E78-0A73-4A5F-8703-619A3EEA196B}"/>
              </a:ext>
            </a:extLst>
          </p:cNvPr>
          <p:cNvSpPr/>
          <p:nvPr/>
        </p:nvSpPr>
        <p:spPr>
          <a:xfrm>
            <a:off x="14630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CBF28802-188D-40D5-AD72-5FC8B9BD6FF1}"/>
              </a:ext>
            </a:extLst>
          </p:cNvPr>
          <p:cNvSpPr/>
          <p:nvPr/>
        </p:nvSpPr>
        <p:spPr>
          <a:xfrm>
            <a:off x="14630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BF4AA2A8-159E-4196-B23B-E599E53267A4}"/>
              </a:ext>
            </a:extLst>
          </p:cNvPr>
          <p:cNvSpPr/>
          <p:nvPr/>
        </p:nvSpPr>
        <p:spPr>
          <a:xfrm>
            <a:off x="14630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0EA789E4-937D-4769-8448-6ED4943A6668}"/>
              </a:ext>
            </a:extLst>
          </p:cNvPr>
          <p:cNvSpPr/>
          <p:nvPr/>
        </p:nvSpPr>
        <p:spPr>
          <a:xfrm>
            <a:off x="14859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A445E35B-F588-42D8-B72B-3F4D441F257D}"/>
              </a:ext>
            </a:extLst>
          </p:cNvPr>
          <p:cNvSpPr/>
          <p:nvPr/>
        </p:nvSpPr>
        <p:spPr>
          <a:xfrm>
            <a:off x="14859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F264C240-5B49-4D1A-979C-5B9DF5785351}"/>
              </a:ext>
            </a:extLst>
          </p:cNvPr>
          <p:cNvSpPr/>
          <p:nvPr/>
        </p:nvSpPr>
        <p:spPr>
          <a:xfrm>
            <a:off x="14859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D148F08C-3687-4587-BFD6-29BC8D3837CE}"/>
              </a:ext>
            </a:extLst>
          </p:cNvPr>
          <p:cNvSpPr/>
          <p:nvPr/>
        </p:nvSpPr>
        <p:spPr>
          <a:xfrm>
            <a:off x="14859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CFF1B68F-2ABF-41FA-A5B3-F91E150C20D4}"/>
              </a:ext>
            </a:extLst>
          </p:cNvPr>
          <p:cNvSpPr/>
          <p:nvPr/>
        </p:nvSpPr>
        <p:spPr>
          <a:xfrm>
            <a:off x="14859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B7085969-7682-4DDD-B104-9F41EFE6DAE8}"/>
              </a:ext>
            </a:extLst>
          </p:cNvPr>
          <p:cNvSpPr/>
          <p:nvPr/>
        </p:nvSpPr>
        <p:spPr>
          <a:xfrm>
            <a:off x="14859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EE85F7E0-DA72-471E-94BF-F35FA7331103}"/>
              </a:ext>
            </a:extLst>
          </p:cNvPr>
          <p:cNvSpPr/>
          <p:nvPr/>
        </p:nvSpPr>
        <p:spPr>
          <a:xfrm>
            <a:off x="14859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1BA60380-E908-4751-B789-664555641600}"/>
              </a:ext>
            </a:extLst>
          </p:cNvPr>
          <p:cNvSpPr/>
          <p:nvPr/>
        </p:nvSpPr>
        <p:spPr>
          <a:xfrm>
            <a:off x="14859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B1B9B7B3-65C2-4986-9662-D57FFD9AA83D}"/>
              </a:ext>
            </a:extLst>
          </p:cNvPr>
          <p:cNvSpPr/>
          <p:nvPr/>
        </p:nvSpPr>
        <p:spPr>
          <a:xfrm>
            <a:off x="14859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D3999C10-D3BF-4672-8EF0-D67A7C7C7D22}"/>
              </a:ext>
            </a:extLst>
          </p:cNvPr>
          <p:cNvSpPr/>
          <p:nvPr/>
        </p:nvSpPr>
        <p:spPr>
          <a:xfrm>
            <a:off x="14859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508762AB-548E-4975-B6CF-DCFE5F7EA844}"/>
              </a:ext>
            </a:extLst>
          </p:cNvPr>
          <p:cNvSpPr/>
          <p:nvPr/>
        </p:nvSpPr>
        <p:spPr>
          <a:xfrm>
            <a:off x="14859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DBD4CF42-D2D6-4A5A-95C6-41F58EA365E4}"/>
              </a:ext>
            </a:extLst>
          </p:cNvPr>
          <p:cNvSpPr/>
          <p:nvPr/>
        </p:nvSpPr>
        <p:spPr>
          <a:xfrm>
            <a:off x="14859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957E71CE-BACF-455D-A995-E69AE33F27DA}"/>
              </a:ext>
            </a:extLst>
          </p:cNvPr>
          <p:cNvSpPr/>
          <p:nvPr/>
        </p:nvSpPr>
        <p:spPr>
          <a:xfrm>
            <a:off x="14859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9CC90E8-2F42-4327-828E-9C8A0A191FB9}"/>
              </a:ext>
            </a:extLst>
          </p:cNvPr>
          <p:cNvSpPr/>
          <p:nvPr/>
        </p:nvSpPr>
        <p:spPr>
          <a:xfrm>
            <a:off x="15087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47B55A73-CE5E-4A0D-9493-0B64E44A82D9}"/>
              </a:ext>
            </a:extLst>
          </p:cNvPr>
          <p:cNvSpPr/>
          <p:nvPr/>
        </p:nvSpPr>
        <p:spPr>
          <a:xfrm>
            <a:off x="15087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42F2467C-BB94-479D-9538-37AE7AEAD60D}"/>
              </a:ext>
            </a:extLst>
          </p:cNvPr>
          <p:cNvSpPr/>
          <p:nvPr/>
        </p:nvSpPr>
        <p:spPr>
          <a:xfrm>
            <a:off x="15087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01CD5353-A502-44D8-9DF8-8165C37CF070}"/>
              </a:ext>
            </a:extLst>
          </p:cNvPr>
          <p:cNvSpPr/>
          <p:nvPr/>
        </p:nvSpPr>
        <p:spPr>
          <a:xfrm>
            <a:off x="15087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F1684BC3-D9E8-46C7-AFA7-D030D13E5729}"/>
              </a:ext>
            </a:extLst>
          </p:cNvPr>
          <p:cNvSpPr/>
          <p:nvPr/>
        </p:nvSpPr>
        <p:spPr>
          <a:xfrm>
            <a:off x="15087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BEEB73A4-E293-4975-BFCD-9D50279E64E5}"/>
              </a:ext>
            </a:extLst>
          </p:cNvPr>
          <p:cNvSpPr/>
          <p:nvPr/>
        </p:nvSpPr>
        <p:spPr>
          <a:xfrm>
            <a:off x="15087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831C2A56-995C-4FA7-BA4F-8819549B40CF}"/>
              </a:ext>
            </a:extLst>
          </p:cNvPr>
          <p:cNvSpPr/>
          <p:nvPr/>
        </p:nvSpPr>
        <p:spPr>
          <a:xfrm>
            <a:off x="15087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455C68C4-5B16-43FF-B45C-127D50D82521}"/>
              </a:ext>
            </a:extLst>
          </p:cNvPr>
          <p:cNvSpPr/>
          <p:nvPr/>
        </p:nvSpPr>
        <p:spPr>
          <a:xfrm>
            <a:off x="15087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E0479CF2-F27B-4C8D-A41E-DE7399EDEC73}"/>
              </a:ext>
            </a:extLst>
          </p:cNvPr>
          <p:cNvSpPr/>
          <p:nvPr/>
        </p:nvSpPr>
        <p:spPr>
          <a:xfrm>
            <a:off x="15087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1F7EB5A4-2B11-4E6F-8248-914EA6968BE8}"/>
              </a:ext>
            </a:extLst>
          </p:cNvPr>
          <p:cNvSpPr/>
          <p:nvPr/>
        </p:nvSpPr>
        <p:spPr>
          <a:xfrm>
            <a:off x="15087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D2CFBF01-43CD-405F-A44B-A0C4FF082BF8}"/>
              </a:ext>
            </a:extLst>
          </p:cNvPr>
          <p:cNvSpPr/>
          <p:nvPr/>
        </p:nvSpPr>
        <p:spPr>
          <a:xfrm>
            <a:off x="15087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DDCDDC6F-22E5-4698-A5D7-96545975E0E6}"/>
              </a:ext>
            </a:extLst>
          </p:cNvPr>
          <p:cNvSpPr/>
          <p:nvPr/>
        </p:nvSpPr>
        <p:spPr>
          <a:xfrm>
            <a:off x="15087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F8B29F97-2957-454E-8314-084C6231A40C}"/>
              </a:ext>
            </a:extLst>
          </p:cNvPr>
          <p:cNvSpPr/>
          <p:nvPr/>
        </p:nvSpPr>
        <p:spPr>
          <a:xfrm>
            <a:off x="15087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32B7905F-8CA0-458C-BCB9-2BDB2CF7D154}"/>
              </a:ext>
            </a:extLst>
          </p:cNvPr>
          <p:cNvSpPr/>
          <p:nvPr/>
        </p:nvSpPr>
        <p:spPr>
          <a:xfrm>
            <a:off x="15316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BD893BC1-94A4-4E34-830F-CA062BBBE321}"/>
              </a:ext>
            </a:extLst>
          </p:cNvPr>
          <p:cNvSpPr/>
          <p:nvPr/>
        </p:nvSpPr>
        <p:spPr>
          <a:xfrm>
            <a:off x="15316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4B07F7D5-A6C7-4DF9-B53E-EFE2BBEF89FC}"/>
              </a:ext>
            </a:extLst>
          </p:cNvPr>
          <p:cNvSpPr/>
          <p:nvPr/>
        </p:nvSpPr>
        <p:spPr>
          <a:xfrm>
            <a:off x="15316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1FBD8255-2F72-4337-BB6A-F0E3011DB2F9}"/>
              </a:ext>
            </a:extLst>
          </p:cNvPr>
          <p:cNvSpPr/>
          <p:nvPr/>
        </p:nvSpPr>
        <p:spPr>
          <a:xfrm>
            <a:off x="15316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0CAE21EF-9C98-48A9-AB5B-9C6ED5B80B39}"/>
              </a:ext>
            </a:extLst>
          </p:cNvPr>
          <p:cNvSpPr/>
          <p:nvPr/>
        </p:nvSpPr>
        <p:spPr>
          <a:xfrm>
            <a:off x="15316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40258B31-9EE4-4E10-BECC-DE4C0D3009A4}"/>
              </a:ext>
            </a:extLst>
          </p:cNvPr>
          <p:cNvSpPr/>
          <p:nvPr/>
        </p:nvSpPr>
        <p:spPr>
          <a:xfrm>
            <a:off x="15316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7174F477-BA17-4002-8E2B-BFC782044805}"/>
              </a:ext>
            </a:extLst>
          </p:cNvPr>
          <p:cNvSpPr/>
          <p:nvPr/>
        </p:nvSpPr>
        <p:spPr>
          <a:xfrm>
            <a:off x="15316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4C72EC3D-AAFE-4880-87CE-F1667E8B7B8C}"/>
              </a:ext>
            </a:extLst>
          </p:cNvPr>
          <p:cNvSpPr/>
          <p:nvPr/>
        </p:nvSpPr>
        <p:spPr>
          <a:xfrm>
            <a:off x="15316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D96683E-5C87-4804-BBA3-A5D475F337D4}"/>
              </a:ext>
            </a:extLst>
          </p:cNvPr>
          <p:cNvSpPr/>
          <p:nvPr/>
        </p:nvSpPr>
        <p:spPr>
          <a:xfrm>
            <a:off x="15316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AC86C507-277C-4916-9474-80750531EBF6}"/>
              </a:ext>
            </a:extLst>
          </p:cNvPr>
          <p:cNvSpPr/>
          <p:nvPr/>
        </p:nvSpPr>
        <p:spPr>
          <a:xfrm>
            <a:off x="15316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B418F56A-809D-4DBB-AE2C-BAD7584ADAA4}"/>
              </a:ext>
            </a:extLst>
          </p:cNvPr>
          <p:cNvSpPr/>
          <p:nvPr/>
        </p:nvSpPr>
        <p:spPr>
          <a:xfrm>
            <a:off x="15316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B76B1466-B3BE-48BD-8908-CEDFFD8D3B4F}"/>
              </a:ext>
            </a:extLst>
          </p:cNvPr>
          <p:cNvSpPr/>
          <p:nvPr/>
        </p:nvSpPr>
        <p:spPr>
          <a:xfrm>
            <a:off x="15316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0FD23CB0-693A-4996-904C-14A5BBC746BB}"/>
              </a:ext>
            </a:extLst>
          </p:cNvPr>
          <p:cNvSpPr/>
          <p:nvPr/>
        </p:nvSpPr>
        <p:spPr>
          <a:xfrm>
            <a:off x="15316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CEDEF0F9-F5C5-4FF4-9045-F3BF9664BC8F}"/>
              </a:ext>
            </a:extLst>
          </p:cNvPr>
          <p:cNvSpPr/>
          <p:nvPr/>
        </p:nvSpPr>
        <p:spPr>
          <a:xfrm>
            <a:off x="15544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C804FF21-75DD-47B6-9A36-97847390AFE1}"/>
              </a:ext>
            </a:extLst>
          </p:cNvPr>
          <p:cNvSpPr/>
          <p:nvPr/>
        </p:nvSpPr>
        <p:spPr>
          <a:xfrm>
            <a:off x="15544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F7B3E310-46B3-4DDD-A531-2863BE336C83}"/>
              </a:ext>
            </a:extLst>
          </p:cNvPr>
          <p:cNvSpPr/>
          <p:nvPr/>
        </p:nvSpPr>
        <p:spPr>
          <a:xfrm>
            <a:off x="15544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5B43E13F-3629-4C59-ABB5-8F72253FDD05}"/>
              </a:ext>
            </a:extLst>
          </p:cNvPr>
          <p:cNvSpPr/>
          <p:nvPr/>
        </p:nvSpPr>
        <p:spPr>
          <a:xfrm>
            <a:off x="15544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6A94A725-B0FC-4DC1-8809-24CA77167733}"/>
              </a:ext>
            </a:extLst>
          </p:cNvPr>
          <p:cNvSpPr/>
          <p:nvPr/>
        </p:nvSpPr>
        <p:spPr>
          <a:xfrm>
            <a:off x="15544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Oval 427">
            <a:extLst>
              <a:ext uri="{FF2B5EF4-FFF2-40B4-BE49-F238E27FC236}">
                <a16:creationId xmlns:a16="http://schemas.microsoft.com/office/drawing/2014/main" id="{090AF0C7-CEC6-4801-BEFD-B77A329CA3AB}"/>
              </a:ext>
            </a:extLst>
          </p:cNvPr>
          <p:cNvSpPr/>
          <p:nvPr/>
        </p:nvSpPr>
        <p:spPr>
          <a:xfrm>
            <a:off x="15544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1125A983-C568-4403-B380-DEC5FAFCDA32}"/>
              </a:ext>
            </a:extLst>
          </p:cNvPr>
          <p:cNvSpPr/>
          <p:nvPr/>
        </p:nvSpPr>
        <p:spPr>
          <a:xfrm>
            <a:off x="15544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C61D84E1-469B-4A7B-B63E-0A6D39C337AF}"/>
              </a:ext>
            </a:extLst>
          </p:cNvPr>
          <p:cNvSpPr/>
          <p:nvPr/>
        </p:nvSpPr>
        <p:spPr>
          <a:xfrm>
            <a:off x="15544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18CD8877-9DC9-41EC-9867-64BD892776AF}"/>
              </a:ext>
            </a:extLst>
          </p:cNvPr>
          <p:cNvSpPr/>
          <p:nvPr/>
        </p:nvSpPr>
        <p:spPr>
          <a:xfrm>
            <a:off x="15544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16F78851-C13C-40F7-B21F-3D070F350F12}"/>
              </a:ext>
            </a:extLst>
          </p:cNvPr>
          <p:cNvSpPr/>
          <p:nvPr/>
        </p:nvSpPr>
        <p:spPr>
          <a:xfrm>
            <a:off x="15544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7378C747-36F0-4DEB-AD38-9A253E26E80F}"/>
              </a:ext>
            </a:extLst>
          </p:cNvPr>
          <p:cNvSpPr/>
          <p:nvPr/>
        </p:nvSpPr>
        <p:spPr>
          <a:xfrm>
            <a:off x="15544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03DDF31E-DDB9-4D4A-909C-863B0CE7C02F}"/>
              </a:ext>
            </a:extLst>
          </p:cNvPr>
          <p:cNvSpPr/>
          <p:nvPr/>
        </p:nvSpPr>
        <p:spPr>
          <a:xfrm>
            <a:off x="15544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E7145589-EBD6-4545-B910-68AF8B5AC57B}"/>
              </a:ext>
            </a:extLst>
          </p:cNvPr>
          <p:cNvSpPr/>
          <p:nvPr/>
        </p:nvSpPr>
        <p:spPr>
          <a:xfrm>
            <a:off x="15544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A6EDE55C-238C-41A1-9CF4-1E846E9F2E53}"/>
              </a:ext>
            </a:extLst>
          </p:cNvPr>
          <p:cNvSpPr/>
          <p:nvPr/>
        </p:nvSpPr>
        <p:spPr>
          <a:xfrm>
            <a:off x="15773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9077BCF5-CBAA-400D-8260-E0C7780E917D}"/>
              </a:ext>
            </a:extLst>
          </p:cNvPr>
          <p:cNvSpPr/>
          <p:nvPr/>
        </p:nvSpPr>
        <p:spPr>
          <a:xfrm>
            <a:off x="15773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Oval 437">
            <a:extLst>
              <a:ext uri="{FF2B5EF4-FFF2-40B4-BE49-F238E27FC236}">
                <a16:creationId xmlns:a16="http://schemas.microsoft.com/office/drawing/2014/main" id="{334F5424-A57C-4CD1-A941-DB981BEF08E9}"/>
              </a:ext>
            </a:extLst>
          </p:cNvPr>
          <p:cNvSpPr/>
          <p:nvPr/>
        </p:nvSpPr>
        <p:spPr>
          <a:xfrm>
            <a:off x="15773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FF9AD33E-AFB1-432A-94A4-D47842BC6739}"/>
              </a:ext>
            </a:extLst>
          </p:cNvPr>
          <p:cNvSpPr/>
          <p:nvPr/>
        </p:nvSpPr>
        <p:spPr>
          <a:xfrm>
            <a:off x="15773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Oval 439">
            <a:extLst>
              <a:ext uri="{FF2B5EF4-FFF2-40B4-BE49-F238E27FC236}">
                <a16:creationId xmlns:a16="http://schemas.microsoft.com/office/drawing/2014/main" id="{7E854C43-F0BC-4219-A594-A1D5DDFAFA11}"/>
              </a:ext>
            </a:extLst>
          </p:cNvPr>
          <p:cNvSpPr/>
          <p:nvPr/>
        </p:nvSpPr>
        <p:spPr>
          <a:xfrm>
            <a:off x="15773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D78F5D40-B8CD-40F6-8FBC-06718CAA1EAA}"/>
              </a:ext>
            </a:extLst>
          </p:cNvPr>
          <p:cNvSpPr/>
          <p:nvPr/>
        </p:nvSpPr>
        <p:spPr>
          <a:xfrm>
            <a:off x="15773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Oval 441">
            <a:extLst>
              <a:ext uri="{FF2B5EF4-FFF2-40B4-BE49-F238E27FC236}">
                <a16:creationId xmlns:a16="http://schemas.microsoft.com/office/drawing/2014/main" id="{614D76A7-0DC1-4AD5-B835-D74AAF1DDAFF}"/>
              </a:ext>
            </a:extLst>
          </p:cNvPr>
          <p:cNvSpPr/>
          <p:nvPr/>
        </p:nvSpPr>
        <p:spPr>
          <a:xfrm>
            <a:off x="15773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0ACBCA04-5AC5-4DCA-969D-CA21440F1FB4}"/>
              </a:ext>
            </a:extLst>
          </p:cNvPr>
          <p:cNvSpPr/>
          <p:nvPr/>
        </p:nvSpPr>
        <p:spPr>
          <a:xfrm>
            <a:off x="15773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3B1D8B22-32B9-4A81-B37B-BF345BFC7508}"/>
              </a:ext>
            </a:extLst>
          </p:cNvPr>
          <p:cNvSpPr/>
          <p:nvPr/>
        </p:nvSpPr>
        <p:spPr>
          <a:xfrm>
            <a:off x="15773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7A1A27E8-87B3-44DE-8B25-3E7626DC4913}"/>
              </a:ext>
            </a:extLst>
          </p:cNvPr>
          <p:cNvSpPr/>
          <p:nvPr/>
        </p:nvSpPr>
        <p:spPr>
          <a:xfrm>
            <a:off x="15773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2A5370EC-8BC6-424D-A798-4193D64B7E34}"/>
              </a:ext>
            </a:extLst>
          </p:cNvPr>
          <p:cNvSpPr/>
          <p:nvPr/>
        </p:nvSpPr>
        <p:spPr>
          <a:xfrm>
            <a:off x="15773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2C780AF0-3A0A-48DC-9284-5096A99DAC64}"/>
              </a:ext>
            </a:extLst>
          </p:cNvPr>
          <p:cNvSpPr/>
          <p:nvPr/>
        </p:nvSpPr>
        <p:spPr>
          <a:xfrm>
            <a:off x="15773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F4CE55A5-897C-4619-B941-42358504EC51}"/>
              </a:ext>
            </a:extLst>
          </p:cNvPr>
          <p:cNvSpPr/>
          <p:nvPr/>
        </p:nvSpPr>
        <p:spPr>
          <a:xfrm>
            <a:off x="15773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BB5E4EDC-DC8D-4D05-8D59-CCD27D7BA1CE}"/>
              </a:ext>
            </a:extLst>
          </p:cNvPr>
          <p:cNvSpPr/>
          <p:nvPr/>
        </p:nvSpPr>
        <p:spPr>
          <a:xfrm>
            <a:off x="16002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CE1F2E7F-469D-4B48-B62A-6B2AC1301D67}"/>
              </a:ext>
            </a:extLst>
          </p:cNvPr>
          <p:cNvSpPr/>
          <p:nvPr/>
        </p:nvSpPr>
        <p:spPr>
          <a:xfrm>
            <a:off x="16002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FE923756-E89D-4FF0-9847-07A11F9D2310}"/>
              </a:ext>
            </a:extLst>
          </p:cNvPr>
          <p:cNvSpPr/>
          <p:nvPr/>
        </p:nvSpPr>
        <p:spPr>
          <a:xfrm>
            <a:off x="16002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432E10EE-0E2F-4F9C-8FA3-666DE5842EDC}"/>
              </a:ext>
            </a:extLst>
          </p:cNvPr>
          <p:cNvSpPr/>
          <p:nvPr/>
        </p:nvSpPr>
        <p:spPr>
          <a:xfrm>
            <a:off x="16002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BE21727B-B287-415A-B79E-1769DFE95541}"/>
              </a:ext>
            </a:extLst>
          </p:cNvPr>
          <p:cNvSpPr/>
          <p:nvPr/>
        </p:nvSpPr>
        <p:spPr>
          <a:xfrm>
            <a:off x="16002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C4357BF1-F0B4-4A2A-A0F4-7337769F1626}"/>
              </a:ext>
            </a:extLst>
          </p:cNvPr>
          <p:cNvSpPr/>
          <p:nvPr/>
        </p:nvSpPr>
        <p:spPr>
          <a:xfrm>
            <a:off x="16002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87E37207-0D3D-4AA7-B0D4-270547E539B9}"/>
              </a:ext>
            </a:extLst>
          </p:cNvPr>
          <p:cNvSpPr/>
          <p:nvPr/>
        </p:nvSpPr>
        <p:spPr>
          <a:xfrm>
            <a:off x="16002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DCEA6A4C-368F-4413-A06A-D7B048F1DDC6}"/>
              </a:ext>
            </a:extLst>
          </p:cNvPr>
          <p:cNvSpPr/>
          <p:nvPr/>
        </p:nvSpPr>
        <p:spPr>
          <a:xfrm>
            <a:off x="16002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B5750EB4-786F-413A-8F83-E3124551BD9B}"/>
              </a:ext>
            </a:extLst>
          </p:cNvPr>
          <p:cNvSpPr/>
          <p:nvPr/>
        </p:nvSpPr>
        <p:spPr>
          <a:xfrm>
            <a:off x="16002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0DE9E39C-337F-4E8A-927F-BF942A523089}"/>
              </a:ext>
            </a:extLst>
          </p:cNvPr>
          <p:cNvSpPr/>
          <p:nvPr/>
        </p:nvSpPr>
        <p:spPr>
          <a:xfrm>
            <a:off x="16002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85AAC2D0-3C12-4E05-B0E1-200EE9C05C80}"/>
              </a:ext>
            </a:extLst>
          </p:cNvPr>
          <p:cNvSpPr/>
          <p:nvPr/>
        </p:nvSpPr>
        <p:spPr>
          <a:xfrm>
            <a:off x="16002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DA93B49F-1E6B-4380-AAF1-F283BC646996}"/>
              </a:ext>
            </a:extLst>
          </p:cNvPr>
          <p:cNvSpPr/>
          <p:nvPr/>
        </p:nvSpPr>
        <p:spPr>
          <a:xfrm>
            <a:off x="16002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Oval 460">
            <a:extLst>
              <a:ext uri="{FF2B5EF4-FFF2-40B4-BE49-F238E27FC236}">
                <a16:creationId xmlns:a16="http://schemas.microsoft.com/office/drawing/2014/main" id="{5184D608-C28E-436B-9774-EDAD7DFBA991}"/>
              </a:ext>
            </a:extLst>
          </p:cNvPr>
          <p:cNvSpPr/>
          <p:nvPr/>
        </p:nvSpPr>
        <p:spPr>
          <a:xfrm>
            <a:off x="16002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D5E8E133-E41F-4E7B-B90C-EA6A82021B5C}"/>
              </a:ext>
            </a:extLst>
          </p:cNvPr>
          <p:cNvSpPr/>
          <p:nvPr/>
        </p:nvSpPr>
        <p:spPr>
          <a:xfrm>
            <a:off x="16230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308BEA36-F41E-46DE-A9EE-3D7BAB30233F}"/>
              </a:ext>
            </a:extLst>
          </p:cNvPr>
          <p:cNvSpPr/>
          <p:nvPr/>
        </p:nvSpPr>
        <p:spPr>
          <a:xfrm>
            <a:off x="16230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2A370546-01D8-4621-BBEA-5B30A0A1B03C}"/>
              </a:ext>
            </a:extLst>
          </p:cNvPr>
          <p:cNvSpPr/>
          <p:nvPr/>
        </p:nvSpPr>
        <p:spPr>
          <a:xfrm>
            <a:off x="16230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79B5EFE7-749B-4BF9-92FC-CCBB591276E0}"/>
              </a:ext>
            </a:extLst>
          </p:cNvPr>
          <p:cNvSpPr/>
          <p:nvPr/>
        </p:nvSpPr>
        <p:spPr>
          <a:xfrm>
            <a:off x="16230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AF77352A-5DAC-4C93-AE6B-5976BCD53EAF}"/>
              </a:ext>
            </a:extLst>
          </p:cNvPr>
          <p:cNvSpPr/>
          <p:nvPr/>
        </p:nvSpPr>
        <p:spPr>
          <a:xfrm>
            <a:off x="16230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val 466">
            <a:extLst>
              <a:ext uri="{FF2B5EF4-FFF2-40B4-BE49-F238E27FC236}">
                <a16:creationId xmlns:a16="http://schemas.microsoft.com/office/drawing/2014/main" id="{07EA7F08-41A1-45E3-9615-32C3289DBFD6}"/>
              </a:ext>
            </a:extLst>
          </p:cNvPr>
          <p:cNvSpPr/>
          <p:nvPr/>
        </p:nvSpPr>
        <p:spPr>
          <a:xfrm>
            <a:off x="16230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9F705B6B-FB17-4A23-AC1F-D655CF84E4F1}"/>
              </a:ext>
            </a:extLst>
          </p:cNvPr>
          <p:cNvSpPr/>
          <p:nvPr/>
        </p:nvSpPr>
        <p:spPr>
          <a:xfrm>
            <a:off x="16230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E52D8BE4-A2A3-4317-B379-94A29EEC85E8}"/>
              </a:ext>
            </a:extLst>
          </p:cNvPr>
          <p:cNvSpPr/>
          <p:nvPr/>
        </p:nvSpPr>
        <p:spPr>
          <a:xfrm>
            <a:off x="16230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0A6E629A-7615-4F8C-AD06-08EB95A8D888}"/>
              </a:ext>
            </a:extLst>
          </p:cNvPr>
          <p:cNvSpPr/>
          <p:nvPr/>
        </p:nvSpPr>
        <p:spPr>
          <a:xfrm>
            <a:off x="16230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347F08D0-DDE8-40E4-AD3B-C17DE8B9C541}"/>
              </a:ext>
            </a:extLst>
          </p:cNvPr>
          <p:cNvSpPr/>
          <p:nvPr/>
        </p:nvSpPr>
        <p:spPr>
          <a:xfrm>
            <a:off x="16230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630106AF-B5C1-4637-BEB3-70875A197574}"/>
              </a:ext>
            </a:extLst>
          </p:cNvPr>
          <p:cNvSpPr/>
          <p:nvPr/>
        </p:nvSpPr>
        <p:spPr>
          <a:xfrm>
            <a:off x="16230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3FB148FF-0276-4FF6-8BB3-98050FE170B6}"/>
              </a:ext>
            </a:extLst>
          </p:cNvPr>
          <p:cNvSpPr/>
          <p:nvPr/>
        </p:nvSpPr>
        <p:spPr>
          <a:xfrm>
            <a:off x="16230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CF49E737-A1E0-4335-8120-1ECBE5B4E7F0}"/>
              </a:ext>
            </a:extLst>
          </p:cNvPr>
          <p:cNvSpPr/>
          <p:nvPr/>
        </p:nvSpPr>
        <p:spPr>
          <a:xfrm>
            <a:off x="16230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val 474">
            <a:extLst>
              <a:ext uri="{FF2B5EF4-FFF2-40B4-BE49-F238E27FC236}">
                <a16:creationId xmlns:a16="http://schemas.microsoft.com/office/drawing/2014/main" id="{DB319845-B3BF-421E-9392-ACCBE64336CA}"/>
              </a:ext>
            </a:extLst>
          </p:cNvPr>
          <p:cNvSpPr/>
          <p:nvPr/>
        </p:nvSpPr>
        <p:spPr>
          <a:xfrm>
            <a:off x="16459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F8A2096C-4399-4ED9-85A7-97466F698EAC}"/>
              </a:ext>
            </a:extLst>
          </p:cNvPr>
          <p:cNvSpPr/>
          <p:nvPr/>
        </p:nvSpPr>
        <p:spPr>
          <a:xfrm>
            <a:off x="16459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Oval 476">
            <a:extLst>
              <a:ext uri="{FF2B5EF4-FFF2-40B4-BE49-F238E27FC236}">
                <a16:creationId xmlns:a16="http://schemas.microsoft.com/office/drawing/2014/main" id="{96F1AFD2-F9F2-4FBA-B629-FDE6CD5AF41B}"/>
              </a:ext>
            </a:extLst>
          </p:cNvPr>
          <p:cNvSpPr/>
          <p:nvPr/>
        </p:nvSpPr>
        <p:spPr>
          <a:xfrm>
            <a:off x="16459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Oval 477">
            <a:extLst>
              <a:ext uri="{FF2B5EF4-FFF2-40B4-BE49-F238E27FC236}">
                <a16:creationId xmlns:a16="http://schemas.microsoft.com/office/drawing/2014/main" id="{5EB55266-29D3-425A-90D3-931F765FDB95}"/>
              </a:ext>
            </a:extLst>
          </p:cNvPr>
          <p:cNvSpPr/>
          <p:nvPr/>
        </p:nvSpPr>
        <p:spPr>
          <a:xfrm>
            <a:off x="16459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581850A3-57F6-41DF-A187-20FF2344EC1F}"/>
              </a:ext>
            </a:extLst>
          </p:cNvPr>
          <p:cNvSpPr/>
          <p:nvPr/>
        </p:nvSpPr>
        <p:spPr>
          <a:xfrm>
            <a:off x="16459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18B8E7BA-F659-44B3-B862-682A7F05A87B}"/>
              </a:ext>
            </a:extLst>
          </p:cNvPr>
          <p:cNvSpPr/>
          <p:nvPr/>
        </p:nvSpPr>
        <p:spPr>
          <a:xfrm>
            <a:off x="16459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76F6C893-5677-4E21-BE91-3E7EB0A24E9A}"/>
              </a:ext>
            </a:extLst>
          </p:cNvPr>
          <p:cNvSpPr/>
          <p:nvPr/>
        </p:nvSpPr>
        <p:spPr>
          <a:xfrm>
            <a:off x="16459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835D9AE3-B9AE-46DF-8143-C0D3661689B8}"/>
              </a:ext>
            </a:extLst>
          </p:cNvPr>
          <p:cNvSpPr/>
          <p:nvPr/>
        </p:nvSpPr>
        <p:spPr>
          <a:xfrm>
            <a:off x="16459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259D90A0-BC7B-4216-96AA-08EBE213753D}"/>
              </a:ext>
            </a:extLst>
          </p:cNvPr>
          <p:cNvSpPr/>
          <p:nvPr/>
        </p:nvSpPr>
        <p:spPr>
          <a:xfrm>
            <a:off x="16459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B53FA096-83C5-46A3-BDD6-9CBAC3BD9E5D}"/>
              </a:ext>
            </a:extLst>
          </p:cNvPr>
          <p:cNvSpPr/>
          <p:nvPr/>
        </p:nvSpPr>
        <p:spPr>
          <a:xfrm>
            <a:off x="16459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val 484">
            <a:extLst>
              <a:ext uri="{FF2B5EF4-FFF2-40B4-BE49-F238E27FC236}">
                <a16:creationId xmlns:a16="http://schemas.microsoft.com/office/drawing/2014/main" id="{D7FE00DB-E81C-4E13-8083-324B84469CF6}"/>
              </a:ext>
            </a:extLst>
          </p:cNvPr>
          <p:cNvSpPr/>
          <p:nvPr/>
        </p:nvSpPr>
        <p:spPr>
          <a:xfrm>
            <a:off x="16459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F3FF08AC-A390-449A-98A5-BEF749287B1A}"/>
              </a:ext>
            </a:extLst>
          </p:cNvPr>
          <p:cNvSpPr/>
          <p:nvPr/>
        </p:nvSpPr>
        <p:spPr>
          <a:xfrm>
            <a:off x="16459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85253400-81AE-44FB-B3BD-7EEC0A4EE4EA}"/>
              </a:ext>
            </a:extLst>
          </p:cNvPr>
          <p:cNvSpPr/>
          <p:nvPr/>
        </p:nvSpPr>
        <p:spPr>
          <a:xfrm>
            <a:off x="16459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E5D4201-89A4-445B-A165-2913628FA66C}"/>
              </a:ext>
            </a:extLst>
          </p:cNvPr>
          <p:cNvSpPr/>
          <p:nvPr/>
        </p:nvSpPr>
        <p:spPr>
          <a:xfrm>
            <a:off x="16687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57CA2786-E51A-407B-832D-90BB2EFE95BA}"/>
              </a:ext>
            </a:extLst>
          </p:cNvPr>
          <p:cNvSpPr/>
          <p:nvPr/>
        </p:nvSpPr>
        <p:spPr>
          <a:xfrm>
            <a:off x="16687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D1C968B3-6C63-4AA2-B1D6-381099F564AE}"/>
              </a:ext>
            </a:extLst>
          </p:cNvPr>
          <p:cNvSpPr/>
          <p:nvPr/>
        </p:nvSpPr>
        <p:spPr>
          <a:xfrm>
            <a:off x="16687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5059801D-BD8E-4380-9164-24044493939C}"/>
              </a:ext>
            </a:extLst>
          </p:cNvPr>
          <p:cNvSpPr/>
          <p:nvPr/>
        </p:nvSpPr>
        <p:spPr>
          <a:xfrm>
            <a:off x="16687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DE52FA88-A20D-4F1A-BEAE-E8CDF205E95A}"/>
              </a:ext>
            </a:extLst>
          </p:cNvPr>
          <p:cNvSpPr/>
          <p:nvPr/>
        </p:nvSpPr>
        <p:spPr>
          <a:xfrm>
            <a:off x="16687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F21455BC-121C-41A7-B3AC-9AA8AD1DF700}"/>
              </a:ext>
            </a:extLst>
          </p:cNvPr>
          <p:cNvSpPr/>
          <p:nvPr/>
        </p:nvSpPr>
        <p:spPr>
          <a:xfrm>
            <a:off x="16687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9E3CA0E9-B454-49DC-B208-FE73241C0703}"/>
              </a:ext>
            </a:extLst>
          </p:cNvPr>
          <p:cNvSpPr/>
          <p:nvPr/>
        </p:nvSpPr>
        <p:spPr>
          <a:xfrm>
            <a:off x="16687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E2D71924-2677-4733-9063-C197D846218B}"/>
              </a:ext>
            </a:extLst>
          </p:cNvPr>
          <p:cNvSpPr/>
          <p:nvPr/>
        </p:nvSpPr>
        <p:spPr>
          <a:xfrm>
            <a:off x="16687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val 495">
            <a:extLst>
              <a:ext uri="{FF2B5EF4-FFF2-40B4-BE49-F238E27FC236}">
                <a16:creationId xmlns:a16="http://schemas.microsoft.com/office/drawing/2014/main" id="{C493B14A-17FA-4079-85DC-DFCEEF71B94F}"/>
              </a:ext>
            </a:extLst>
          </p:cNvPr>
          <p:cNvSpPr/>
          <p:nvPr/>
        </p:nvSpPr>
        <p:spPr>
          <a:xfrm>
            <a:off x="16687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76622CCF-E83B-4EEA-9A61-A3498BC16FC1}"/>
              </a:ext>
            </a:extLst>
          </p:cNvPr>
          <p:cNvSpPr/>
          <p:nvPr/>
        </p:nvSpPr>
        <p:spPr>
          <a:xfrm>
            <a:off x="16687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31B3915F-43D6-4E15-8229-F30F47D7DCCC}"/>
              </a:ext>
            </a:extLst>
          </p:cNvPr>
          <p:cNvSpPr/>
          <p:nvPr/>
        </p:nvSpPr>
        <p:spPr>
          <a:xfrm>
            <a:off x="16687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89DA8CEC-EA95-4FB0-8EB7-7FA35C6EB63D}"/>
              </a:ext>
            </a:extLst>
          </p:cNvPr>
          <p:cNvSpPr/>
          <p:nvPr/>
        </p:nvSpPr>
        <p:spPr>
          <a:xfrm>
            <a:off x="16687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369A930F-812A-4694-99FA-6654D1BA3502}"/>
              </a:ext>
            </a:extLst>
          </p:cNvPr>
          <p:cNvSpPr/>
          <p:nvPr/>
        </p:nvSpPr>
        <p:spPr>
          <a:xfrm>
            <a:off x="16687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3B5285D5-6CFF-49C5-8933-56947DCD5747}"/>
              </a:ext>
            </a:extLst>
          </p:cNvPr>
          <p:cNvSpPr/>
          <p:nvPr/>
        </p:nvSpPr>
        <p:spPr>
          <a:xfrm>
            <a:off x="16916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7B3947FD-C5E1-4912-8ADE-FE792C895409}"/>
              </a:ext>
            </a:extLst>
          </p:cNvPr>
          <p:cNvSpPr/>
          <p:nvPr/>
        </p:nvSpPr>
        <p:spPr>
          <a:xfrm>
            <a:off x="16916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F21CBA86-0642-4C7F-A98A-F4D8F8F54D84}"/>
              </a:ext>
            </a:extLst>
          </p:cNvPr>
          <p:cNvSpPr/>
          <p:nvPr/>
        </p:nvSpPr>
        <p:spPr>
          <a:xfrm>
            <a:off x="16916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2304C978-2F5F-43E9-ACD0-DA1F3B9E648E}"/>
              </a:ext>
            </a:extLst>
          </p:cNvPr>
          <p:cNvSpPr/>
          <p:nvPr/>
        </p:nvSpPr>
        <p:spPr>
          <a:xfrm>
            <a:off x="16916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87DB9397-F04E-4EC4-A7B3-C990578C71CB}"/>
              </a:ext>
            </a:extLst>
          </p:cNvPr>
          <p:cNvSpPr/>
          <p:nvPr/>
        </p:nvSpPr>
        <p:spPr>
          <a:xfrm>
            <a:off x="16916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9A4557C3-4817-449E-872A-9AE1FCCB8912}"/>
              </a:ext>
            </a:extLst>
          </p:cNvPr>
          <p:cNvSpPr/>
          <p:nvPr/>
        </p:nvSpPr>
        <p:spPr>
          <a:xfrm>
            <a:off x="16916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916779FB-6703-4067-9D41-886E50D223AC}"/>
              </a:ext>
            </a:extLst>
          </p:cNvPr>
          <p:cNvSpPr/>
          <p:nvPr/>
        </p:nvSpPr>
        <p:spPr>
          <a:xfrm>
            <a:off x="16916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4B56EC31-7FB7-4BBB-86F2-1CE286F253D4}"/>
              </a:ext>
            </a:extLst>
          </p:cNvPr>
          <p:cNvSpPr/>
          <p:nvPr/>
        </p:nvSpPr>
        <p:spPr>
          <a:xfrm>
            <a:off x="16916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60DDA2EC-4797-4E9E-A16E-3458626A0BDD}"/>
              </a:ext>
            </a:extLst>
          </p:cNvPr>
          <p:cNvSpPr/>
          <p:nvPr/>
        </p:nvSpPr>
        <p:spPr>
          <a:xfrm>
            <a:off x="16916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8E8D3054-9190-4711-ACB5-F950155ED7E2}"/>
              </a:ext>
            </a:extLst>
          </p:cNvPr>
          <p:cNvSpPr/>
          <p:nvPr/>
        </p:nvSpPr>
        <p:spPr>
          <a:xfrm>
            <a:off x="16916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F06D08B3-3690-4325-8938-3B5EDBF70137}"/>
              </a:ext>
            </a:extLst>
          </p:cNvPr>
          <p:cNvSpPr/>
          <p:nvPr/>
        </p:nvSpPr>
        <p:spPr>
          <a:xfrm>
            <a:off x="16916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339D219E-0C64-4E65-BE34-B01464A3AED2}"/>
              </a:ext>
            </a:extLst>
          </p:cNvPr>
          <p:cNvSpPr/>
          <p:nvPr/>
        </p:nvSpPr>
        <p:spPr>
          <a:xfrm>
            <a:off x="16916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14ADD948-CDD9-4481-80C7-6F98210BA3DF}"/>
              </a:ext>
            </a:extLst>
          </p:cNvPr>
          <p:cNvSpPr/>
          <p:nvPr/>
        </p:nvSpPr>
        <p:spPr>
          <a:xfrm>
            <a:off x="16916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F801B06E-0AD3-4387-A90D-43974654307D}"/>
              </a:ext>
            </a:extLst>
          </p:cNvPr>
          <p:cNvSpPr/>
          <p:nvPr/>
        </p:nvSpPr>
        <p:spPr>
          <a:xfrm>
            <a:off x="171450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5317434D-F2C2-4A24-925C-664F88188B72}"/>
              </a:ext>
            </a:extLst>
          </p:cNvPr>
          <p:cNvSpPr/>
          <p:nvPr/>
        </p:nvSpPr>
        <p:spPr>
          <a:xfrm>
            <a:off x="171450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9AEAC474-F098-4BB0-970C-2EEDFB1C1928}"/>
              </a:ext>
            </a:extLst>
          </p:cNvPr>
          <p:cNvSpPr/>
          <p:nvPr/>
        </p:nvSpPr>
        <p:spPr>
          <a:xfrm>
            <a:off x="171450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C9C6F064-CC49-4597-9C1F-52045FA34B44}"/>
              </a:ext>
            </a:extLst>
          </p:cNvPr>
          <p:cNvSpPr/>
          <p:nvPr/>
        </p:nvSpPr>
        <p:spPr>
          <a:xfrm>
            <a:off x="171450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C55BB200-FB99-4B5E-B508-783745C805BF}"/>
              </a:ext>
            </a:extLst>
          </p:cNvPr>
          <p:cNvSpPr/>
          <p:nvPr/>
        </p:nvSpPr>
        <p:spPr>
          <a:xfrm>
            <a:off x="171450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4CCB09FC-6EAB-4913-ADFC-F426E51C8DFA}"/>
              </a:ext>
            </a:extLst>
          </p:cNvPr>
          <p:cNvSpPr/>
          <p:nvPr/>
        </p:nvSpPr>
        <p:spPr>
          <a:xfrm>
            <a:off x="171450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D7ED7909-2EB0-43E2-A31E-893E56C6751F}"/>
              </a:ext>
            </a:extLst>
          </p:cNvPr>
          <p:cNvSpPr/>
          <p:nvPr/>
        </p:nvSpPr>
        <p:spPr>
          <a:xfrm>
            <a:off x="171450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F042A3E5-EAE2-4675-89A7-21FF19AC833E}"/>
              </a:ext>
            </a:extLst>
          </p:cNvPr>
          <p:cNvSpPr/>
          <p:nvPr/>
        </p:nvSpPr>
        <p:spPr>
          <a:xfrm>
            <a:off x="171450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0AA6D741-EC82-40D4-801A-466B7C2EA397}"/>
              </a:ext>
            </a:extLst>
          </p:cNvPr>
          <p:cNvSpPr/>
          <p:nvPr/>
        </p:nvSpPr>
        <p:spPr>
          <a:xfrm>
            <a:off x="171450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Oval 522">
            <a:extLst>
              <a:ext uri="{FF2B5EF4-FFF2-40B4-BE49-F238E27FC236}">
                <a16:creationId xmlns:a16="http://schemas.microsoft.com/office/drawing/2014/main" id="{7DCBA682-8AEE-4CC9-93D4-B7A0987ACBE5}"/>
              </a:ext>
            </a:extLst>
          </p:cNvPr>
          <p:cNvSpPr/>
          <p:nvPr/>
        </p:nvSpPr>
        <p:spPr>
          <a:xfrm>
            <a:off x="171450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141F8825-8A64-48EA-96A8-CBA1E7EA2BD0}"/>
              </a:ext>
            </a:extLst>
          </p:cNvPr>
          <p:cNvSpPr/>
          <p:nvPr/>
        </p:nvSpPr>
        <p:spPr>
          <a:xfrm>
            <a:off x="171450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69D8081E-6AA0-43A5-99D8-F0ED6A1F612D}"/>
              </a:ext>
            </a:extLst>
          </p:cNvPr>
          <p:cNvSpPr/>
          <p:nvPr/>
        </p:nvSpPr>
        <p:spPr>
          <a:xfrm>
            <a:off x="171450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29D68077-4460-4418-BC9A-ACCF4B4D13A4}"/>
              </a:ext>
            </a:extLst>
          </p:cNvPr>
          <p:cNvSpPr/>
          <p:nvPr/>
        </p:nvSpPr>
        <p:spPr>
          <a:xfrm>
            <a:off x="171450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E57831CF-A682-47BE-A879-8354079C4029}"/>
              </a:ext>
            </a:extLst>
          </p:cNvPr>
          <p:cNvSpPr/>
          <p:nvPr/>
        </p:nvSpPr>
        <p:spPr>
          <a:xfrm>
            <a:off x="173736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Oval 527">
            <a:extLst>
              <a:ext uri="{FF2B5EF4-FFF2-40B4-BE49-F238E27FC236}">
                <a16:creationId xmlns:a16="http://schemas.microsoft.com/office/drawing/2014/main" id="{84FA540A-09EF-449F-ABD4-3FBC162CBBBA}"/>
              </a:ext>
            </a:extLst>
          </p:cNvPr>
          <p:cNvSpPr/>
          <p:nvPr/>
        </p:nvSpPr>
        <p:spPr>
          <a:xfrm>
            <a:off x="173736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3C2AC2AB-AB01-48A3-A875-98D1463B0DF5}"/>
              </a:ext>
            </a:extLst>
          </p:cNvPr>
          <p:cNvSpPr/>
          <p:nvPr/>
        </p:nvSpPr>
        <p:spPr>
          <a:xfrm>
            <a:off x="173736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618A2018-902D-4B49-8B07-357E4404848E}"/>
              </a:ext>
            </a:extLst>
          </p:cNvPr>
          <p:cNvSpPr/>
          <p:nvPr/>
        </p:nvSpPr>
        <p:spPr>
          <a:xfrm>
            <a:off x="173736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Oval 530">
            <a:extLst>
              <a:ext uri="{FF2B5EF4-FFF2-40B4-BE49-F238E27FC236}">
                <a16:creationId xmlns:a16="http://schemas.microsoft.com/office/drawing/2014/main" id="{C9F22181-566C-46A6-93E4-6F297FD932AF}"/>
              </a:ext>
            </a:extLst>
          </p:cNvPr>
          <p:cNvSpPr/>
          <p:nvPr/>
        </p:nvSpPr>
        <p:spPr>
          <a:xfrm>
            <a:off x="173736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66072805-70EF-4556-A0C8-4A26D632EE65}"/>
              </a:ext>
            </a:extLst>
          </p:cNvPr>
          <p:cNvSpPr/>
          <p:nvPr/>
        </p:nvSpPr>
        <p:spPr>
          <a:xfrm>
            <a:off x="173736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5647C4DD-CE6B-4A0C-95BB-8632557E1965}"/>
              </a:ext>
            </a:extLst>
          </p:cNvPr>
          <p:cNvSpPr/>
          <p:nvPr/>
        </p:nvSpPr>
        <p:spPr>
          <a:xfrm>
            <a:off x="173736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8B743C98-9BE5-4504-8F21-E2D4772779D8}"/>
              </a:ext>
            </a:extLst>
          </p:cNvPr>
          <p:cNvSpPr/>
          <p:nvPr/>
        </p:nvSpPr>
        <p:spPr>
          <a:xfrm>
            <a:off x="173736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57D24C37-9798-4294-96EB-7E5E629176A5}"/>
              </a:ext>
            </a:extLst>
          </p:cNvPr>
          <p:cNvSpPr/>
          <p:nvPr/>
        </p:nvSpPr>
        <p:spPr>
          <a:xfrm>
            <a:off x="173736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Oval 535">
            <a:extLst>
              <a:ext uri="{FF2B5EF4-FFF2-40B4-BE49-F238E27FC236}">
                <a16:creationId xmlns:a16="http://schemas.microsoft.com/office/drawing/2014/main" id="{F5A1947C-F407-4B78-B1E8-9674A4E67BFE}"/>
              </a:ext>
            </a:extLst>
          </p:cNvPr>
          <p:cNvSpPr/>
          <p:nvPr/>
        </p:nvSpPr>
        <p:spPr>
          <a:xfrm>
            <a:off x="173736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Oval 536">
            <a:extLst>
              <a:ext uri="{FF2B5EF4-FFF2-40B4-BE49-F238E27FC236}">
                <a16:creationId xmlns:a16="http://schemas.microsoft.com/office/drawing/2014/main" id="{A8E31CBD-7B57-4D4C-A9FB-04AD95706B22}"/>
              </a:ext>
            </a:extLst>
          </p:cNvPr>
          <p:cNvSpPr/>
          <p:nvPr/>
        </p:nvSpPr>
        <p:spPr>
          <a:xfrm>
            <a:off x="173736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BE3F01E6-A4D0-4F0A-9E89-B26750695A2B}"/>
              </a:ext>
            </a:extLst>
          </p:cNvPr>
          <p:cNvSpPr/>
          <p:nvPr/>
        </p:nvSpPr>
        <p:spPr>
          <a:xfrm>
            <a:off x="173736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8F0BF435-F90C-4A32-893E-89DF32A3FBA1}"/>
              </a:ext>
            </a:extLst>
          </p:cNvPr>
          <p:cNvSpPr/>
          <p:nvPr/>
        </p:nvSpPr>
        <p:spPr>
          <a:xfrm>
            <a:off x="173736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CC62BF9-6364-4861-A210-33350308F5C5}"/>
              </a:ext>
            </a:extLst>
          </p:cNvPr>
          <p:cNvSpPr/>
          <p:nvPr/>
        </p:nvSpPr>
        <p:spPr>
          <a:xfrm>
            <a:off x="176022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Oval 540">
            <a:extLst>
              <a:ext uri="{FF2B5EF4-FFF2-40B4-BE49-F238E27FC236}">
                <a16:creationId xmlns:a16="http://schemas.microsoft.com/office/drawing/2014/main" id="{BD2311DD-C405-45CF-ADA2-58DDA921CD9E}"/>
              </a:ext>
            </a:extLst>
          </p:cNvPr>
          <p:cNvSpPr/>
          <p:nvPr/>
        </p:nvSpPr>
        <p:spPr>
          <a:xfrm>
            <a:off x="176022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F2E92E6F-5C63-4C62-AD78-309B79D865A4}"/>
              </a:ext>
            </a:extLst>
          </p:cNvPr>
          <p:cNvSpPr/>
          <p:nvPr/>
        </p:nvSpPr>
        <p:spPr>
          <a:xfrm>
            <a:off x="176022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D225D8C9-B49C-479B-8443-FEA236D2E555}"/>
              </a:ext>
            </a:extLst>
          </p:cNvPr>
          <p:cNvSpPr/>
          <p:nvPr/>
        </p:nvSpPr>
        <p:spPr>
          <a:xfrm>
            <a:off x="176022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1F26CCFD-AF69-445F-92BA-8391A3EC33CF}"/>
              </a:ext>
            </a:extLst>
          </p:cNvPr>
          <p:cNvSpPr/>
          <p:nvPr/>
        </p:nvSpPr>
        <p:spPr>
          <a:xfrm>
            <a:off x="176022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E8D93258-2FD0-4135-97A2-EC13FD4D47E6}"/>
              </a:ext>
            </a:extLst>
          </p:cNvPr>
          <p:cNvSpPr/>
          <p:nvPr/>
        </p:nvSpPr>
        <p:spPr>
          <a:xfrm>
            <a:off x="176022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9E284F42-0E28-4175-980A-E05103787572}"/>
              </a:ext>
            </a:extLst>
          </p:cNvPr>
          <p:cNvSpPr/>
          <p:nvPr/>
        </p:nvSpPr>
        <p:spPr>
          <a:xfrm>
            <a:off x="176022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0D9C6650-83E0-4045-B9DA-96591D522D90}"/>
              </a:ext>
            </a:extLst>
          </p:cNvPr>
          <p:cNvSpPr/>
          <p:nvPr/>
        </p:nvSpPr>
        <p:spPr>
          <a:xfrm>
            <a:off x="176022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BDC7A22-1C03-46AA-ABA5-63B312BB915A}"/>
              </a:ext>
            </a:extLst>
          </p:cNvPr>
          <p:cNvSpPr/>
          <p:nvPr/>
        </p:nvSpPr>
        <p:spPr>
          <a:xfrm>
            <a:off x="176022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BF96398F-5C9A-46FD-A7BC-27F0E83BD5FF}"/>
              </a:ext>
            </a:extLst>
          </p:cNvPr>
          <p:cNvSpPr/>
          <p:nvPr/>
        </p:nvSpPr>
        <p:spPr>
          <a:xfrm>
            <a:off x="176022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9281FD8-257E-4B34-B174-14B54B17B08D}"/>
              </a:ext>
            </a:extLst>
          </p:cNvPr>
          <p:cNvSpPr/>
          <p:nvPr/>
        </p:nvSpPr>
        <p:spPr>
          <a:xfrm>
            <a:off x="176022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17C53766-2DC6-4277-A444-B3EF85FD1463}"/>
              </a:ext>
            </a:extLst>
          </p:cNvPr>
          <p:cNvSpPr/>
          <p:nvPr/>
        </p:nvSpPr>
        <p:spPr>
          <a:xfrm>
            <a:off x="176022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CDEB0623-0ECE-45E5-AC36-106D4E9F167F}"/>
              </a:ext>
            </a:extLst>
          </p:cNvPr>
          <p:cNvSpPr/>
          <p:nvPr/>
        </p:nvSpPr>
        <p:spPr>
          <a:xfrm>
            <a:off x="176022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Oval 552">
            <a:extLst>
              <a:ext uri="{FF2B5EF4-FFF2-40B4-BE49-F238E27FC236}">
                <a16:creationId xmlns:a16="http://schemas.microsoft.com/office/drawing/2014/main" id="{07A70D6B-4491-4894-8BD6-7CA7D06FF039}"/>
              </a:ext>
            </a:extLst>
          </p:cNvPr>
          <p:cNvSpPr/>
          <p:nvPr/>
        </p:nvSpPr>
        <p:spPr>
          <a:xfrm>
            <a:off x="178308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4D8CC4F-BD0B-4FBC-80DE-B01B59A670B8}"/>
              </a:ext>
            </a:extLst>
          </p:cNvPr>
          <p:cNvSpPr/>
          <p:nvPr/>
        </p:nvSpPr>
        <p:spPr>
          <a:xfrm>
            <a:off x="178308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8836738-2C2E-4EB7-A337-F3B961FEDDF7}"/>
              </a:ext>
            </a:extLst>
          </p:cNvPr>
          <p:cNvSpPr/>
          <p:nvPr/>
        </p:nvSpPr>
        <p:spPr>
          <a:xfrm>
            <a:off x="178308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Oval 555">
            <a:extLst>
              <a:ext uri="{FF2B5EF4-FFF2-40B4-BE49-F238E27FC236}">
                <a16:creationId xmlns:a16="http://schemas.microsoft.com/office/drawing/2014/main" id="{D4D08226-8B98-4B19-AFE3-004C73A63E11}"/>
              </a:ext>
            </a:extLst>
          </p:cNvPr>
          <p:cNvSpPr/>
          <p:nvPr/>
        </p:nvSpPr>
        <p:spPr>
          <a:xfrm>
            <a:off x="178308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E2199CAE-09C4-4916-925E-5849118EA648}"/>
              </a:ext>
            </a:extLst>
          </p:cNvPr>
          <p:cNvSpPr/>
          <p:nvPr/>
        </p:nvSpPr>
        <p:spPr>
          <a:xfrm>
            <a:off x="178308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Oval 557">
            <a:extLst>
              <a:ext uri="{FF2B5EF4-FFF2-40B4-BE49-F238E27FC236}">
                <a16:creationId xmlns:a16="http://schemas.microsoft.com/office/drawing/2014/main" id="{A34C9588-5F0A-4DAC-A61C-FF03B6E6C48C}"/>
              </a:ext>
            </a:extLst>
          </p:cNvPr>
          <p:cNvSpPr/>
          <p:nvPr/>
        </p:nvSpPr>
        <p:spPr>
          <a:xfrm>
            <a:off x="178308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DCAA3570-A7E9-4F04-A00A-0DE0B0D19BC3}"/>
              </a:ext>
            </a:extLst>
          </p:cNvPr>
          <p:cNvSpPr/>
          <p:nvPr/>
        </p:nvSpPr>
        <p:spPr>
          <a:xfrm>
            <a:off x="178308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Oval 559">
            <a:extLst>
              <a:ext uri="{FF2B5EF4-FFF2-40B4-BE49-F238E27FC236}">
                <a16:creationId xmlns:a16="http://schemas.microsoft.com/office/drawing/2014/main" id="{9CAB9A8E-43F7-4318-9DA3-94BFA90266AC}"/>
              </a:ext>
            </a:extLst>
          </p:cNvPr>
          <p:cNvSpPr/>
          <p:nvPr/>
        </p:nvSpPr>
        <p:spPr>
          <a:xfrm>
            <a:off x="178308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541D943D-F75A-4DFA-AF0F-5797DBA778AC}"/>
              </a:ext>
            </a:extLst>
          </p:cNvPr>
          <p:cNvSpPr/>
          <p:nvPr/>
        </p:nvSpPr>
        <p:spPr>
          <a:xfrm>
            <a:off x="178308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Oval 561">
            <a:extLst>
              <a:ext uri="{FF2B5EF4-FFF2-40B4-BE49-F238E27FC236}">
                <a16:creationId xmlns:a16="http://schemas.microsoft.com/office/drawing/2014/main" id="{740FC9AF-23DA-45A9-A909-D826DDFFE489}"/>
              </a:ext>
            </a:extLst>
          </p:cNvPr>
          <p:cNvSpPr/>
          <p:nvPr/>
        </p:nvSpPr>
        <p:spPr>
          <a:xfrm>
            <a:off x="178308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39A801F1-03A8-439E-B80D-82ADBEE816E4}"/>
              </a:ext>
            </a:extLst>
          </p:cNvPr>
          <p:cNvSpPr/>
          <p:nvPr/>
        </p:nvSpPr>
        <p:spPr>
          <a:xfrm>
            <a:off x="178308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Oval 563">
            <a:extLst>
              <a:ext uri="{FF2B5EF4-FFF2-40B4-BE49-F238E27FC236}">
                <a16:creationId xmlns:a16="http://schemas.microsoft.com/office/drawing/2014/main" id="{AA423C06-284D-4506-80AF-62A2D5BAD427}"/>
              </a:ext>
            </a:extLst>
          </p:cNvPr>
          <p:cNvSpPr/>
          <p:nvPr/>
        </p:nvSpPr>
        <p:spPr>
          <a:xfrm>
            <a:off x="178308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Oval 564">
            <a:extLst>
              <a:ext uri="{FF2B5EF4-FFF2-40B4-BE49-F238E27FC236}">
                <a16:creationId xmlns:a16="http://schemas.microsoft.com/office/drawing/2014/main" id="{F2DDC0ED-27B9-4539-A708-BBD9C3D899DC}"/>
              </a:ext>
            </a:extLst>
          </p:cNvPr>
          <p:cNvSpPr/>
          <p:nvPr/>
        </p:nvSpPr>
        <p:spPr>
          <a:xfrm>
            <a:off x="178308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val 565">
            <a:extLst>
              <a:ext uri="{FF2B5EF4-FFF2-40B4-BE49-F238E27FC236}">
                <a16:creationId xmlns:a16="http://schemas.microsoft.com/office/drawing/2014/main" id="{EDBD9E28-945A-453F-A3E8-CBAC087CD357}"/>
              </a:ext>
            </a:extLst>
          </p:cNvPr>
          <p:cNvSpPr/>
          <p:nvPr/>
        </p:nvSpPr>
        <p:spPr>
          <a:xfrm>
            <a:off x="18059400" y="7429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Oval 566">
            <a:extLst>
              <a:ext uri="{FF2B5EF4-FFF2-40B4-BE49-F238E27FC236}">
                <a16:creationId xmlns:a16="http://schemas.microsoft.com/office/drawing/2014/main" id="{0AD840D4-2D58-4E9E-955C-D84F7A8FBB49}"/>
              </a:ext>
            </a:extLst>
          </p:cNvPr>
          <p:cNvSpPr/>
          <p:nvPr/>
        </p:nvSpPr>
        <p:spPr>
          <a:xfrm>
            <a:off x="18059400" y="7658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Oval 567">
            <a:extLst>
              <a:ext uri="{FF2B5EF4-FFF2-40B4-BE49-F238E27FC236}">
                <a16:creationId xmlns:a16="http://schemas.microsoft.com/office/drawing/2014/main" id="{081FB72A-E51C-4436-B5C4-CFC1DC1C036C}"/>
              </a:ext>
            </a:extLst>
          </p:cNvPr>
          <p:cNvSpPr/>
          <p:nvPr/>
        </p:nvSpPr>
        <p:spPr>
          <a:xfrm>
            <a:off x="18059400" y="7886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B7E0BB1A-0975-4626-A6FA-53069FB18236}"/>
              </a:ext>
            </a:extLst>
          </p:cNvPr>
          <p:cNvSpPr/>
          <p:nvPr/>
        </p:nvSpPr>
        <p:spPr>
          <a:xfrm>
            <a:off x="18059400" y="8115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Oval 569">
            <a:extLst>
              <a:ext uri="{FF2B5EF4-FFF2-40B4-BE49-F238E27FC236}">
                <a16:creationId xmlns:a16="http://schemas.microsoft.com/office/drawing/2014/main" id="{8B2F4DC8-B01B-42D7-A684-DD28698DBA54}"/>
              </a:ext>
            </a:extLst>
          </p:cNvPr>
          <p:cNvSpPr/>
          <p:nvPr/>
        </p:nvSpPr>
        <p:spPr>
          <a:xfrm>
            <a:off x="18059400" y="8343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Oval 570">
            <a:extLst>
              <a:ext uri="{FF2B5EF4-FFF2-40B4-BE49-F238E27FC236}">
                <a16:creationId xmlns:a16="http://schemas.microsoft.com/office/drawing/2014/main" id="{83187644-DC11-4429-8875-278A9F4A6C21}"/>
              </a:ext>
            </a:extLst>
          </p:cNvPr>
          <p:cNvSpPr/>
          <p:nvPr/>
        </p:nvSpPr>
        <p:spPr>
          <a:xfrm>
            <a:off x="18059400" y="8572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Oval 571">
            <a:extLst>
              <a:ext uri="{FF2B5EF4-FFF2-40B4-BE49-F238E27FC236}">
                <a16:creationId xmlns:a16="http://schemas.microsoft.com/office/drawing/2014/main" id="{82977747-31AD-444A-A58C-EFA56621BFF6}"/>
              </a:ext>
            </a:extLst>
          </p:cNvPr>
          <p:cNvSpPr/>
          <p:nvPr/>
        </p:nvSpPr>
        <p:spPr>
          <a:xfrm>
            <a:off x="18059400" y="8801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C13B73C0-DA10-4161-A2B3-F79256C19251}"/>
              </a:ext>
            </a:extLst>
          </p:cNvPr>
          <p:cNvSpPr/>
          <p:nvPr/>
        </p:nvSpPr>
        <p:spPr>
          <a:xfrm>
            <a:off x="18059400" y="9029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Oval 573">
            <a:extLst>
              <a:ext uri="{FF2B5EF4-FFF2-40B4-BE49-F238E27FC236}">
                <a16:creationId xmlns:a16="http://schemas.microsoft.com/office/drawing/2014/main" id="{0E768F8F-4E85-47DC-99C2-40B004FDE098}"/>
              </a:ext>
            </a:extLst>
          </p:cNvPr>
          <p:cNvSpPr/>
          <p:nvPr/>
        </p:nvSpPr>
        <p:spPr>
          <a:xfrm>
            <a:off x="18059400" y="92583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DA31CCC7-590E-4DC7-985F-846C5A66B479}"/>
              </a:ext>
            </a:extLst>
          </p:cNvPr>
          <p:cNvSpPr/>
          <p:nvPr/>
        </p:nvSpPr>
        <p:spPr>
          <a:xfrm>
            <a:off x="18059400" y="94869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FE433CC1-C040-4525-8F62-D33280A68B22}"/>
              </a:ext>
            </a:extLst>
          </p:cNvPr>
          <p:cNvSpPr/>
          <p:nvPr/>
        </p:nvSpPr>
        <p:spPr>
          <a:xfrm>
            <a:off x="18059400" y="97155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Oval 576">
            <a:extLst>
              <a:ext uri="{FF2B5EF4-FFF2-40B4-BE49-F238E27FC236}">
                <a16:creationId xmlns:a16="http://schemas.microsoft.com/office/drawing/2014/main" id="{48FE4E4F-3FB8-4A3D-9B5E-6689DFEAD10B}"/>
              </a:ext>
            </a:extLst>
          </p:cNvPr>
          <p:cNvSpPr/>
          <p:nvPr/>
        </p:nvSpPr>
        <p:spPr>
          <a:xfrm>
            <a:off x="18059400" y="99441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0E454102-3F79-4699-AB13-640A791AD3BB}"/>
              </a:ext>
            </a:extLst>
          </p:cNvPr>
          <p:cNvSpPr/>
          <p:nvPr/>
        </p:nvSpPr>
        <p:spPr>
          <a:xfrm>
            <a:off x="18059400" y="10172700"/>
            <a:ext cx="28575" cy="28575"/>
          </a:xfrm>
          <a:prstGeom prst="ellipse">
            <a:avLst/>
          </a:prstGeom>
          <a:solidFill>
            <a:srgbClr val="0080D2">
              <a:alpha val="4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9C17E715-4257-4237-8ED5-6F9DA06B1010}"/>
              </a:ext>
            </a:extLst>
          </p:cNvPr>
          <p:cNvSpPr txBox="1"/>
          <p:nvPr/>
        </p:nvSpPr>
        <p:spPr>
          <a:xfrm>
            <a:off x="1047750" y="8667750"/>
            <a:ext cx="6858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800" b="1">
                <a:solidFill>
                  <a:srgbClr val="0F2332"/>
                </a:solidFill>
                <a:latin typeface="Arial" panose="020B0604020202020204" pitchFamily="34" charset="0"/>
              </a:rPr>
              <a:t>Robotic</a:t>
            </a:r>
          </a:p>
        </p:txBody>
      </p:sp>
      <p:sp>
        <p:nvSpPr>
          <p:cNvPr id="580" name="Parallelogram 579">
            <a:extLst>
              <a:ext uri="{FF2B5EF4-FFF2-40B4-BE49-F238E27FC236}">
                <a16:creationId xmlns:a16="http://schemas.microsoft.com/office/drawing/2014/main" id="{AD998008-7556-4540-BA29-4A73AE49808D}"/>
              </a:ext>
            </a:extLst>
          </p:cNvPr>
          <p:cNvSpPr/>
          <p:nvPr/>
        </p:nvSpPr>
        <p:spPr>
          <a:xfrm>
            <a:off x="914400" y="1371600"/>
            <a:ext cx="8191500" cy="5905500"/>
          </a:xfrm>
          <a:prstGeom prst="parallelogram">
            <a:avLst/>
          </a:prstGeom>
          <a:solidFill>
            <a:srgbClr val="064165">
              <a:alpha val="9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2" name="Picture 581">
            <a:extLst>
              <a:ext uri="{FF2B5EF4-FFF2-40B4-BE49-F238E27FC236}">
                <a16:creationId xmlns:a16="http://schemas.microsoft.com/office/drawing/2014/main" id="{CBA33BAB-B7BC-44ED-AD42-1B7BB326A4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" b="3646"/>
          <a:stretch>
            <a:fillRect/>
          </a:stretch>
        </p:blipFill>
        <p:spPr>
          <a:xfrm>
            <a:off x="1219200" y="1800522"/>
            <a:ext cx="7581900" cy="497869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583" name="TextBox 582">
            <a:extLst>
              <a:ext uri="{FF2B5EF4-FFF2-40B4-BE49-F238E27FC236}">
                <a16:creationId xmlns:a16="http://schemas.microsoft.com/office/drawing/2014/main" id="{244B61B4-D265-41D5-8298-2376712D51A0}"/>
              </a:ext>
            </a:extLst>
          </p:cNvPr>
          <p:cNvSpPr txBox="1"/>
          <p:nvPr/>
        </p:nvSpPr>
        <p:spPr>
          <a:xfrm>
            <a:off x="9545292" y="1457325"/>
            <a:ext cx="7810500" cy="221599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7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</a:rPr>
              <a:t>Кривина и должина на лак</a:t>
            </a:r>
            <a:endParaRPr lang="en-US" sz="7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64141027-652C-4585-9E22-098FA2BD02CC}"/>
              </a:ext>
            </a:extLst>
          </p:cNvPr>
          <p:cNvSpPr txBox="1"/>
          <p:nvPr/>
        </p:nvSpPr>
        <p:spPr>
          <a:xfrm>
            <a:off x="9520237" y="4289871"/>
            <a:ext cx="6953250" cy="28623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Кај меките роботи геометриските модели го опишуваат свиткувањето и движењето.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◦ Кривина: k = 1 / R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R е радиус на кривина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поголема кривина значи посилно свиткување</a:t>
            </a:r>
          </a:p>
          <a:p>
            <a:endParaRPr lang="ru-RU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◦ Должина на лак: L = Rθ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θ е агол на свиткување во радијани</a:t>
            </a:r>
          </a:p>
          <a:p>
            <a:r>
              <a:rPr lang="ru-RU" dirty="0">
                <a:solidFill>
                  <a:srgbClr val="FFFFFF"/>
                </a:solidFill>
                <a:latin typeface="Montserrat" panose="00000500000000000000" pitchFamily="2" charset="0"/>
              </a:rPr>
              <a:t>• моделот помага за попрецизна контрола</a:t>
            </a:r>
            <a:endParaRPr lang="en-US" dirty="0">
              <a:solidFill>
                <a:srgbClr val="FFFFFF"/>
              </a:solidFill>
              <a:latin typeface="Montserrat" panose="00000500000000000000" pitchFamily="2" charset="0"/>
            </a:endParaRPr>
          </a:p>
        </p:txBody>
      </p:sp>
      <p:sp>
        <p:nvSpPr>
          <p:cNvPr id="586" name="Rectangle: Rounded Corners 585">
            <a:extLst>
              <a:ext uri="{FF2B5EF4-FFF2-40B4-BE49-F238E27FC236}">
                <a16:creationId xmlns:a16="http://schemas.microsoft.com/office/drawing/2014/main" id="{6A007597-FFEC-4CC7-9616-8099D215F5EC}"/>
              </a:ext>
            </a:extLst>
          </p:cNvPr>
          <p:cNvSpPr/>
          <p:nvPr/>
        </p:nvSpPr>
        <p:spPr>
          <a:xfrm>
            <a:off x="1447800" y="7524750"/>
            <a:ext cx="7048500" cy="1371600"/>
          </a:xfrm>
          <a:prstGeom prst="roundRect">
            <a:avLst/>
          </a:prstGeom>
          <a:solidFill>
            <a:srgbClr val="071321">
              <a:alpha val="95000"/>
            </a:srgbClr>
          </a:solidFill>
          <a:ln w="19050">
            <a:solidFill>
              <a:srgbClr val="009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F9E18210-A8F8-4B02-83D9-B418EE3CFEAF}"/>
              </a:ext>
            </a:extLst>
          </p:cNvPr>
          <p:cNvSpPr txBox="1"/>
          <p:nvPr/>
        </p:nvSpPr>
        <p:spPr>
          <a:xfrm>
            <a:off x="1905000" y="7753350"/>
            <a:ext cx="619125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200" b="1">
                <a:solidFill>
                  <a:srgbClr val="FFFFFF"/>
                </a:solidFill>
                <a:latin typeface="Arial" panose="020B0604020202020204" pitchFamily="34" charset="0"/>
              </a:rPr>
              <a:t>k = θ / L     и     L = Rθ</a:t>
            </a:r>
            <a:endParaRPr lang="en-US" sz="3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7620583" cy="3723546"/>
            <a:chOff x="0" y="0"/>
            <a:chExt cx="1247603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0733" y="1357854"/>
            <a:ext cx="6576518" cy="3065237"/>
            <a:chOff x="0" y="0"/>
            <a:chExt cx="1307907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87072" t="-22969" b="-14494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319343" y="2235313"/>
            <a:ext cx="7620583" cy="3723546"/>
            <a:chOff x="0" y="0"/>
            <a:chExt cx="1247603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41376" y="2564468"/>
            <a:ext cx="6576518" cy="3065237"/>
            <a:chOff x="0" y="0"/>
            <a:chExt cx="1307907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21606" b="-2160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09986" y="3441927"/>
            <a:ext cx="6260308" cy="3723546"/>
            <a:chOff x="0" y="0"/>
            <a:chExt cx="102490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906" cy="609600"/>
            </a:xfrm>
            <a:custGeom>
              <a:avLst/>
              <a:gdLst/>
              <a:ahLst/>
              <a:cxnLst/>
              <a:rect l="l" t="t" r="r" b="b"/>
              <a:pathLst>
                <a:path w="1024906" h="609600">
                  <a:moveTo>
                    <a:pt x="203200" y="0"/>
                  </a:moveTo>
                  <a:lnTo>
                    <a:pt x="1024906" y="0"/>
                  </a:lnTo>
                  <a:lnTo>
                    <a:pt x="82170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82170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132019" y="3771081"/>
            <a:ext cx="5284256" cy="3065237"/>
            <a:chOff x="0" y="0"/>
            <a:chExt cx="1050908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0908" cy="609600"/>
            </a:xfrm>
            <a:custGeom>
              <a:avLst/>
              <a:gdLst/>
              <a:ahLst/>
              <a:cxnLst/>
              <a:rect l="l" t="t" r="r" b="b"/>
              <a:pathLst>
                <a:path w="1050908" h="609600">
                  <a:moveTo>
                    <a:pt x="203200" y="0"/>
                  </a:moveTo>
                  <a:lnTo>
                    <a:pt x="1050908" y="0"/>
                  </a:lnTo>
                  <a:lnTo>
                    <a:pt x="84770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b="-15923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83195" y="6452780"/>
            <a:ext cx="5100327" cy="178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754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2224" y="6264428"/>
            <a:ext cx="5718374" cy="308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денес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имаат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широка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примена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секојдневниот</a:t>
            </a:r>
            <a:r>
              <a:rPr lang="en-US" sz="1138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и </a:t>
            </a:r>
            <a:r>
              <a:rPr lang="en-US" sz="1138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професионалниот</a:t>
            </a:r>
            <a:r>
              <a:rPr lang="en-US" sz="1138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138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живот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особено</a:t>
            </a:r>
            <a:r>
              <a:rPr lang="en-US" sz="1138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индустријата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медицината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Индустрија</a:t>
            </a:r>
            <a:endParaRPr lang="en-US" sz="1138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Автоматизација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процеси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заварување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склопување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пакување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Голема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прецизност</a:t>
            </a:r>
            <a:r>
              <a:rPr lang="en-US" sz="1138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и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ефикасност</a:t>
            </a:r>
            <a:endParaRPr lang="en-US" sz="1138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Намален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ризик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работниците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Медицина</a:t>
            </a:r>
            <a:endParaRPr lang="en-US" sz="1138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Хирургија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рехабилитација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Висока</a:t>
            </a:r>
            <a:r>
              <a:rPr lang="en-US" sz="1138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прецизност</a:t>
            </a:r>
            <a:r>
              <a:rPr lang="en-US" sz="1138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при</a:t>
            </a:r>
            <a:r>
              <a:rPr lang="en-US" sz="1138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138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операции</a:t>
            </a:r>
            <a:endParaRPr lang="en-US" sz="1138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Побрзо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закрепнување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Помал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ризик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1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38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компликации</a:t>
            </a:r>
            <a:endParaRPr lang="en-US" sz="1138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22" name="TextBox 22"/>
          <p:cNvSpPr txBox="1"/>
          <p:nvPr/>
        </p:nvSpPr>
        <p:spPr>
          <a:xfrm>
            <a:off x="11712999" y="7268276"/>
            <a:ext cx="6453854" cy="33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се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користат и во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терапија и рехабилитација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каде што помагаат во повторување на движења и подобрување на моторните способности.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Рехабилитација на пациенти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Подобрување на движење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Контролирани и прецизни вежби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имаат важна улога и во образованието, како алатка за учење и развој на вештини.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Учење програмирање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Развој на логичко размислување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Примена на математика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Роботите имаат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големо значење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придонесуваат за развојот на современото општество.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8561" y="2346151"/>
            <a:ext cx="4072299" cy="5594698"/>
            <a:chOff x="0" y="0"/>
            <a:chExt cx="630906" cy="86676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630906" cy="866765"/>
            </a:xfrm>
            <a:custGeom>
              <a:avLst/>
              <a:gdLst/>
              <a:ahLst/>
              <a:cxnLst/>
              <a:rect l="l" t="t" r="r" b="b"/>
              <a:pathLst>
                <a:path w="630906" h="866765">
                  <a:moveTo>
                    <a:pt x="630906" y="0"/>
                  </a:moveTo>
                  <a:lnTo>
                    <a:pt x="0" y="0"/>
                  </a:lnTo>
                  <a:lnTo>
                    <a:pt x="0" y="866765"/>
                  </a:lnTo>
                  <a:lnTo>
                    <a:pt x="630906" y="866765"/>
                  </a:lnTo>
                  <a:close/>
                </a:path>
              </a:pathLst>
            </a:custGeom>
            <a:blipFill>
              <a:blip r:embed="rId2" cstate="print"/>
              <a:stretch>
                <a:fillRect t="-4728" b="-472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945643" y="7566021"/>
            <a:ext cx="5687483" cy="4855688"/>
          </a:xfrm>
          <a:custGeom>
            <a:avLst/>
            <a:gdLst/>
            <a:ahLst/>
            <a:cxnLst/>
            <a:rect l="l" t="t" r="r" b="b"/>
            <a:pathLst>
              <a:path w="5687483" h="4855688">
                <a:moveTo>
                  <a:pt x="0" y="0"/>
                </a:moveTo>
                <a:lnTo>
                  <a:pt x="5687482" y="0"/>
                </a:lnTo>
                <a:lnTo>
                  <a:pt x="5687482" y="4855688"/>
                </a:lnTo>
                <a:lnTo>
                  <a:pt x="0" y="4855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148880" y="3467758"/>
            <a:ext cx="9110420" cy="3758844"/>
            <a:chOff x="0" y="0"/>
            <a:chExt cx="4307901" cy="1777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07901" cy="1777386"/>
            </a:xfrm>
            <a:custGeom>
              <a:avLst/>
              <a:gdLst/>
              <a:ahLst/>
              <a:cxnLst/>
              <a:rect l="l" t="t" r="r" b="b"/>
              <a:pathLst>
                <a:path w="4307901" h="1777386">
                  <a:moveTo>
                    <a:pt x="0" y="0"/>
                  </a:moveTo>
                  <a:lnTo>
                    <a:pt x="4307901" y="0"/>
                  </a:lnTo>
                  <a:lnTo>
                    <a:pt x="4307901" y="1777386"/>
                  </a:lnTo>
                  <a:lnTo>
                    <a:pt x="0" y="1777386"/>
                  </a:lnTo>
                  <a:close/>
                </a:path>
              </a:pathLst>
            </a:custGeom>
            <a:gradFill rotWithShape="1">
              <a:gsLst>
                <a:gs pos="0">
                  <a:srgbClr val="002A49">
                    <a:alpha val="100000"/>
                  </a:srgbClr>
                </a:gs>
                <a:gs pos="100000">
                  <a:srgbClr val="000E19">
                    <a:alpha val="10000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0093AD">
                      <a:alpha val="100000"/>
                    </a:srgbClr>
                  </a:gs>
                  <a:gs pos="100000">
                    <a:srgbClr val="00556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07901" cy="1834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 dirty="0"/>
            </a:p>
            <a:p>
              <a:pPr algn="ctr">
                <a:lnSpc>
                  <a:spcPts val="3079"/>
                </a:lnSpc>
              </a:pP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На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крај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,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може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да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се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заклучи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дека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роботиката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има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сè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поголемо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значење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во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современото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општество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и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претставува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област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со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голем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потенцијал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за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понатамошен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развој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.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Изучувањето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на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анимацијата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,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програмирањето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и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математичките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модели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кај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роботите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овозможува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подобро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разбирање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на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примената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на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теоретските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знаења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во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 </a:t>
              </a:r>
              <a:r>
                <a:rPr lang="en-US" sz="2199" dirty="0" err="1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пракса</a:t>
              </a:r>
              <a:r>
                <a:rPr lang="en-US" sz="2199" dirty="0">
                  <a:solidFill>
                    <a:srgbClr val="FFFFFF"/>
                  </a:solidFill>
                  <a:latin typeface="Montserrat Bold" panose="020B0604020202020204" charset="0"/>
                  <a:ea typeface="Poppins"/>
                  <a:cs typeface="Poppins"/>
                  <a:sym typeface="Poppins"/>
                </a:rPr>
                <a:t>.</a:t>
              </a:r>
            </a:p>
            <a:p>
              <a:pPr algn="ctr">
                <a:lnSpc>
                  <a:spcPts val="3079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23154" y="1329423"/>
            <a:ext cx="8355397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120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ЗАКЛУЧОК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6741905" y="1964740"/>
            <a:ext cx="3041315" cy="2596523"/>
          </a:xfrm>
          <a:custGeom>
            <a:avLst/>
            <a:gdLst/>
            <a:ahLst/>
            <a:cxnLst/>
            <a:rect l="l" t="t" r="r" b="b"/>
            <a:pathLst>
              <a:path w="3041315" h="2596523">
                <a:moveTo>
                  <a:pt x="3041315" y="0"/>
                </a:moveTo>
                <a:lnTo>
                  <a:pt x="0" y="0"/>
                </a:lnTo>
                <a:lnTo>
                  <a:pt x="0" y="2596523"/>
                </a:lnTo>
                <a:lnTo>
                  <a:pt x="3041315" y="2596523"/>
                </a:lnTo>
                <a:lnTo>
                  <a:pt x="3041315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838901" y="86116"/>
            <a:ext cx="19380926" cy="397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34"/>
              </a:lnSpc>
              <a:spcBef>
                <a:spcPct val="0"/>
              </a:spcBef>
            </a:pPr>
            <a:r>
              <a:rPr lang="mk-MK" sz="11381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en-US" sz="11381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благодарам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1381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вниманието</a:t>
            </a:r>
            <a:endParaRPr lang="en-US" sz="11381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95591" y="3287217"/>
            <a:ext cx="9096817" cy="90968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99602" y="3791227"/>
            <a:ext cx="8088796" cy="80887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43264" r="-668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444884" y="3734077"/>
            <a:ext cx="3843116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endParaRPr/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6. Robotics Industries Association (RIA).</a:t>
            </a:r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Basics.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5" tooltip="https://www.robotics.org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7. MathWorks.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Simulation and Robotics Applications.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 tooltip="https://www.mathworks.com/discovery/robot-simulation.html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8. Dasanayake, P. S., Baranauskas, V., Dervinis, G., Balasevicius, 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Review of Mathematical Models in Robotics.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9. Spong, M. W., Hutchinson, S., &amp; Vidyasagar, M.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Modeling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John Wiley &amp; Sons, 2006.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10. Lynch, K. M., &amp; Park, F. C.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Modern Robotics: Mechanics, Planning,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Cambridge University Press, 2017.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233917" y="4207028"/>
            <a:ext cx="4113361" cy="53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Користена литература</a:t>
            </a:r>
          </a:p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Craig, J. J.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Robotics: Mechanics and C</a:t>
            </a: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Pearson Education, 2005.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Siciliano, B., Sciavicco, L., Villani, L., Oriolo, G.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Robotics: Modelling, Planning and Control.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Springer, 2010.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Стојанов, Г., Георгиев, Д., Јанев, М.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Информатика за гимназија.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Министерство за образование и наука на Република Северна Македонија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Tedrake, R.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 – MIT OpenCourseWare.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Massachusetts Institute of Technology (MIT).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7" tooltip="https://ocw.mit.edu"/>
              </a:rPr>
              <a:t>https://ocw.mit.edu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NASA Robotics Alliance Project.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National Aeronautics and Space Administration (NASA).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Alliance Project – Robotics and Engineering Resources.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8" tooltip="https://robotics.nasa.gov"/>
              </a:rPr>
              <a:t>https://robotics.nasa.gov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1345</Words>
  <Application>Microsoft Office PowerPoint</Application>
  <PresentationFormat>Custom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Montserrat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Dynamic Futuristic Robotic Presentation</dc:title>
  <dc:creator>Slagana Nakevska</dc:creator>
  <cp:lastModifiedBy>support life</cp:lastModifiedBy>
  <cp:revision>11</cp:revision>
  <dcterms:created xsi:type="dcterms:W3CDTF">2006-08-16T00:00:00Z</dcterms:created>
  <dcterms:modified xsi:type="dcterms:W3CDTF">2026-05-06T08:27:25Z</dcterms:modified>
  <dc:identifier>DAHIizVxm4w</dc:identifier>
</cp:coreProperties>
</file>